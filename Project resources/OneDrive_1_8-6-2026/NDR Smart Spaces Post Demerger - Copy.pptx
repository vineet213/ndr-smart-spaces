
<file path=[Content_Types].xml><?xml version="1.0" encoding="utf-8"?>
<Types xmlns="http://schemas.openxmlformats.org/package/2006/content-types">
  <Default Extension="fntdata" ContentType="application/x-fontdata"/>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8" r:id="rId2"/>
    <p:sldId id="259" r:id="rId3"/>
  </p:sldIdLst>
  <p:sldSz cx="18288000" cy="10287000"/>
  <p:notesSz cx="6858000" cy="9144000"/>
  <p:embeddedFontLst>
    <p:embeddedFont>
      <p:font typeface="Arial Bold" panose="020B0704020202020204" pitchFamily="34" charset="0"/>
      <p:regular r:id="rId4"/>
      <p:bold r:id="rId5"/>
    </p:embeddedFont>
    <p:embeddedFont>
      <p:font typeface="Norwester" panose="020B0604020202020204" charset="0"/>
      <p:regular r:id="rId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051FAF0-D0DB-40FE-BF02-0CA12A8A6A3C}" v="5" dt="2026-07-01T06:54:30.75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72" d="100"/>
          <a:sy n="72" d="100"/>
        </p:scale>
        <p:origin x="528"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3.fntdata"/><Relationship Id="rId11" Type="http://schemas.microsoft.com/office/2016/11/relationships/changesInfo" Target="changesInfos/changesInfo1.xml"/><Relationship Id="rId5" Type="http://schemas.openxmlformats.org/officeDocument/2006/relationships/font" Target="fonts/font2.fntdata"/><Relationship Id="rId10" Type="http://schemas.openxmlformats.org/officeDocument/2006/relationships/tableStyles" Target="tableStyles.xml"/><Relationship Id="rId4" Type="http://schemas.openxmlformats.org/officeDocument/2006/relationships/font" Target="fonts/font1.fntdata"/><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reyance Jain" userId="900dc81c-eb5a-42df-bbec-e6dbc472c3f9" providerId="ADAL" clId="{AA299D54-DA17-477D-A724-BCF1EC1AABDD}"/>
    <pc:docChg chg="undo custSel addSld delSld modSld">
      <pc:chgData name="Shreyance Jain" userId="900dc81c-eb5a-42df-bbec-e6dbc472c3f9" providerId="ADAL" clId="{AA299D54-DA17-477D-A724-BCF1EC1AABDD}" dt="2026-07-01T06:54:56.774" v="231" actId="115"/>
      <pc:docMkLst>
        <pc:docMk/>
      </pc:docMkLst>
      <pc:sldChg chg="addSp delSp modSp mod">
        <pc:chgData name="Shreyance Jain" userId="900dc81c-eb5a-42df-bbec-e6dbc472c3f9" providerId="ADAL" clId="{AA299D54-DA17-477D-A724-BCF1EC1AABDD}" dt="2026-07-01T06:54:56.774" v="231" actId="115"/>
        <pc:sldMkLst>
          <pc:docMk/>
          <pc:sldMk cId="0" sldId="258"/>
        </pc:sldMkLst>
        <pc:spChg chg="mod">
          <ac:chgData name="Shreyance Jain" userId="900dc81c-eb5a-42df-bbec-e6dbc472c3f9" providerId="ADAL" clId="{AA299D54-DA17-477D-A724-BCF1EC1AABDD}" dt="2026-07-01T06:54:30.756" v="214"/>
          <ac:spMkLst>
            <pc:docMk/>
            <pc:sldMk cId="0" sldId="258"/>
            <ac:spMk id="2" creationId="{00000000-0000-0000-0000-000000000000}"/>
          </ac:spMkLst>
        </pc:spChg>
        <pc:spChg chg="add mod">
          <ac:chgData name="Shreyance Jain" userId="900dc81c-eb5a-42df-bbec-e6dbc472c3f9" providerId="ADAL" clId="{AA299D54-DA17-477D-A724-BCF1EC1AABDD}" dt="2026-07-01T06:54:56.774" v="231" actId="115"/>
          <ac:spMkLst>
            <pc:docMk/>
            <pc:sldMk cId="0" sldId="258"/>
            <ac:spMk id="4" creationId="{D88DF07E-FED0-0DE7-EA71-523D32830274}"/>
          </ac:spMkLst>
        </pc:spChg>
        <pc:spChg chg="add mod">
          <ac:chgData name="Shreyance Jain" userId="900dc81c-eb5a-42df-bbec-e6dbc472c3f9" providerId="ADAL" clId="{AA299D54-DA17-477D-A724-BCF1EC1AABDD}" dt="2026-07-01T06:15:51.385" v="48" actId="1076"/>
          <ac:spMkLst>
            <pc:docMk/>
            <pc:sldMk cId="0" sldId="258"/>
            <ac:spMk id="10" creationId="{7F4897F8-D8B3-4567-197D-81C16C2D365F}"/>
          </ac:spMkLst>
        </pc:spChg>
        <pc:spChg chg="mod">
          <ac:chgData name="Shreyance Jain" userId="900dc81c-eb5a-42df-bbec-e6dbc472c3f9" providerId="ADAL" clId="{AA299D54-DA17-477D-A724-BCF1EC1AABDD}" dt="2026-07-01T06:18:24.330" v="54"/>
          <ac:spMkLst>
            <pc:docMk/>
            <pc:sldMk cId="0" sldId="258"/>
            <ac:spMk id="13" creationId="{8ED938DB-8401-C283-91B1-CB32C4FDFB48}"/>
          </ac:spMkLst>
        </pc:spChg>
        <pc:spChg chg="mod">
          <ac:chgData name="Shreyance Jain" userId="900dc81c-eb5a-42df-bbec-e6dbc472c3f9" providerId="ADAL" clId="{AA299D54-DA17-477D-A724-BCF1EC1AABDD}" dt="2026-07-01T06:19:21.941" v="130" actId="20577"/>
          <ac:spMkLst>
            <pc:docMk/>
            <pc:sldMk cId="0" sldId="258"/>
            <ac:spMk id="14" creationId="{EFF87C33-AB59-F276-91C0-EAB9F8126731}"/>
          </ac:spMkLst>
        </pc:spChg>
        <pc:spChg chg="del">
          <ac:chgData name="Shreyance Jain" userId="900dc81c-eb5a-42df-bbec-e6dbc472c3f9" providerId="ADAL" clId="{AA299D54-DA17-477D-A724-BCF1EC1AABDD}" dt="2026-07-01T06:15:00.726" v="23" actId="478"/>
          <ac:spMkLst>
            <pc:docMk/>
            <pc:sldMk cId="0" sldId="258"/>
            <ac:spMk id="19" creationId="{00000000-0000-0000-0000-000000000000}"/>
          </ac:spMkLst>
        </pc:spChg>
        <pc:spChg chg="mod">
          <ac:chgData name="Shreyance Jain" userId="900dc81c-eb5a-42df-bbec-e6dbc472c3f9" providerId="ADAL" clId="{AA299D54-DA17-477D-A724-BCF1EC1AABDD}" dt="2026-07-01T06:16:09.670" v="51" actId="1076"/>
          <ac:spMkLst>
            <pc:docMk/>
            <pc:sldMk cId="0" sldId="258"/>
            <ac:spMk id="24" creationId="{00000000-0000-0000-0000-000000000000}"/>
          </ac:spMkLst>
        </pc:spChg>
        <pc:spChg chg="mod">
          <ac:chgData name="Shreyance Jain" userId="900dc81c-eb5a-42df-bbec-e6dbc472c3f9" providerId="ADAL" clId="{AA299D54-DA17-477D-A724-BCF1EC1AABDD}" dt="2026-07-01T06:16:09.670" v="51" actId="1076"/>
          <ac:spMkLst>
            <pc:docMk/>
            <pc:sldMk cId="0" sldId="258"/>
            <ac:spMk id="28" creationId="{00000000-0000-0000-0000-000000000000}"/>
          </ac:spMkLst>
        </pc:spChg>
        <pc:spChg chg="mod">
          <ac:chgData name="Shreyance Jain" userId="900dc81c-eb5a-42df-bbec-e6dbc472c3f9" providerId="ADAL" clId="{AA299D54-DA17-477D-A724-BCF1EC1AABDD}" dt="2026-07-01T06:16:09.670" v="51" actId="1076"/>
          <ac:spMkLst>
            <pc:docMk/>
            <pc:sldMk cId="0" sldId="258"/>
            <ac:spMk id="29" creationId="{00000000-0000-0000-0000-000000000000}"/>
          </ac:spMkLst>
        </pc:spChg>
        <pc:spChg chg="mod">
          <ac:chgData name="Shreyance Jain" userId="900dc81c-eb5a-42df-bbec-e6dbc472c3f9" providerId="ADAL" clId="{AA299D54-DA17-477D-A724-BCF1EC1AABDD}" dt="2026-07-01T06:16:09.670" v="51" actId="1076"/>
          <ac:spMkLst>
            <pc:docMk/>
            <pc:sldMk cId="0" sldId="258"/>
            <ac:spMk id="30" creationId="{00000000-0000-0000-0000-000000000000}"/>
          </ac:spMkLst>
        </pc:spChg>
        <pc:spChg chg="mod">
          <ac:chgData name="Shreyance Jain" userId="900dc81c-eb5a-42df-bbec-e6dbc472c3f9" providerId="ADAL" clId="{AA299D54-DA17-477D-A724-BCF1EC1AABDD}" dt="2026-07-01T06:17:53.852" v="53"/>
          <ac:spMkLst>
            <pc:docMk/>
            <pc:sldMk cId="0" sldId="258"/>
            <ac:spMk id="31" creationId="{00000000-0000-0000-0000-000000000000}"/>
          </ac:spMkLst>
        </pc:spChg>
        <pc:spChg chg="mod">
          <ac:chgData name="Shreyance Jain" userId="900dc81c-eb5a-42df-bbec-e6dbc472c3f9" providerId="ADAL" clId="{AA299D54-DA17-477D-A724-BCF1EC1AABDD}" dt="2026-07-01T06:16:09.670" v="51" actId="1076"/>
          <ac:spMkLst>
            <pc:docMk/>
            <pc:sldMk cId="0" sldId="258"/>
            <ac:spMk id="32" creationId="{00000000-0000-0000-0000-000000000000}"/>
          </ac:spMkLst>
        </pc:spChg>
        <pc:spChg chg="del mod">
          <ac:chgData name="Shreyance Jain" userId="900dc81c-eb5a-42df-bbec-e6dbc472c3f9" providerId="ADAL" clId="{AA299D54-DA17-477D-A724-BCF1EC1AABDD}" dt="2026-07-01T06:16:15.665" v="52" actId="478"/>
          <ac:spMkLst>
            <pc:docMk/>
            <pc:sldMk cId="0" sldId="258"/>
            <ac:spMk id="35" creationId="{00000000-0000-0000-0000-000000000000}"/>
          </ac:spMkLst>
        </pc:spChg>
        <pc:spChg chg="mod">
          <ac:chgData name="Shreyance Jain" userId="900dc81c-eb5a-42df-bbec-e6dbc472c3f9" providerId="ADAL" clId="{AA299D54-DA17-477D-A724-BCF1EC1AABDD}" dt="2026-07-01T06:15:12.258" v="24" actId="1076"/>
          <ac:spMkLst>
            <pc:docMk/>
            <pc:sldMk cId="0" sldId="258"/>
            <ac:spMk id="52" creationId="{C23D90A6-707C-ACBA-2330-2FBDA0C607D3}"/>
          </ac:spMkLst>
        </pc:spChg>
        <pc:grpChg chg="del">
          <ac:chgData name="Shreyance Jain" userId="900dc81c-eb5a-42df-bbec-e6dbc472c3f9" providerId="ADAL" clId="{AA299D54-DA17-477D-A724-BCF1EC1AABDD}" dt="2026-07-01T06:15:00.726" v="23" actId="478"/>
          <ac:grpSpMkLst>
            <pc:docMk/>
            <pc:sldMk cId="0" sldId="258"/>
            <ac:grpSpMk id="4" creationId="{00000000-0000-0000-0000-000000000000}"/>
          </ac:grpSpMkLst>
        </pc:grpChg>
        <pc:grpChg chg="del">
          <ac:chgData name="Shreyance Jain" userId="900dc81c-eb5a-42df-bbec-e6dbc472c3f9" providerId="ADAL" clId="{AA299D54-DA17-477D-A724-BCF1EC1AABDD}" dt="2026-07-01T06:15:00.726" v="23" actId="478"/>
          <ac:grpSpMkLst>
            <pc:docMk/>
            <pc:sldMk cId="0" sldId="258"/>
            <ac:grpSpMk id="7" creationId="{00000000-0000-0000-0000-000000000000}"/>
          </ac:grpSpMkLst>
        </pc:grpChg>
        <pc:grpChg chg="add mod">
          <ac:chgData name="Shreyance Jain" userId="900dc81c-eb5a-42df-bbec-e6dbc472c3f9" providerId="ADAL" clId="{AA299D54-DA17-477D-A724-BCF1EC1AABDD}" dt="2026-07-01T06:19:15.827" v="113" actId="1076"/>
          <ac:grpSpMkLst>
            <pc:docMk/>
            <pc:sldMk cId="0" sldId="258"/>
            <ac:grpSpMk id="12" creationId="{40EEA333-204F-BCAD-5C6C-855F8BC94289}"/>
          </ac:grpSpMkLst>
        </pc:grpChg>
        <pc:grpChg chg="mod">
          <ac:chgData name="Shreyance Jain" userId="900dc81c-eb5a-42df-bbec-e6dbc472c3f9" providerId="ADAL" clId="{AA299D54-DA17-477D-A724-BCF1EC1AABDD}" dt="2026-07-01T06:15:12.258" v="24" actId="1076"/>
          <ac:grpSpMkLst>
            <pc:docMk/>
            <pc:sldMk cId="0" sldId="258"/>
            <ac:grpSpMk id="16" creationId="{00000000-0000-0000-0000-000000000000}"/>
          </ac:grpSpMkLst>
        </pc:grpChg>
        <pc:grpChg chg="mod">
          <ac:chgData name="Shreyance Jain" userId="900dc81c-eb5a-42df-bbec-e6dbc472c3f9" providerId="ADAL" clId="{AA299D54-DA17-477D-A724-BCF1EC1AABDD}" dt="2026-07-01T06:16:09.670" v="51" actId="1076"/>
          <ac:grpSpMkLst>
            <pc:docMk/>
            <pc:sldMk cId="0" sldId="258"/>
            <ac:grpSpMk id="25" creationId="{00000000-0000-0000-0000-000000000000}"/>
          </ac:grpSpMkLst>
        </pc:grpChg>
        <pc:grpChg chg="mod">
          <ac:chgData name="Shreyance Jain" userId="900dc81c-eb5a-42df-bbec-e6dbc472c3f9" providerId="ADAL" clId="{AA299D54-DA17-477D-A724-BCF1EC1AABDD}" dt="2026-07-01T06:15:42.309" v="45" actId="1076"/>
          <ac:grpSpMkLst>
            <pc:docMk/>
            <pc:sldMk cId="0" sldId="258"/>
            <ac:grpSpMk id="38" creationId="{B4A5067C-1F1E-FCC2-6FE4-CAEF5AD231CB}"/>
          </ac:grpSpMkLst>
        </pc:grpChg>
        <pc:cxnChg chg="del">
          <ac:chgData name="Shreyance Jain" userId="900dc81c-eb5a-42df-bbec-e6dbc472c3f9" providerId="ADAL" clId="{AA299D54-DA17-477D-A724-BCF1EC1AABDD}" dt="2026-07-01T06:15:00.726" v="23" actId="478"/>
          <ac:cxnSpMkLst>
            <pc:docMk/>
            <pc:sldMk cId="0" sldId="258"/>
            <ac:cxnSpMk id="44" creationId="{CD1D8AF7-15F3-B3A6-0BBC-C32CDD3DB3D0}"/>
          </ac:cxnSpMkLst>
        </pc:cxnChg>
        <pc:cxnChg chg="mod">
          <ac:chgData name="Shreyance Jain" userId="900dc81c-eb5a-42df-bbec-e6dbc472c3f9" providerId="ADAL" clId="{AA299D54-DA17-477D-A724-BCF1EC1AABDD}" dt="2026-07-01T06:15:45.636" v="46" actId="14100"/>
          <ac:cxnSpMkLst>
            <pc:docMk/>
            <pc:sldMk cId="0" sldId="258"/>
            <ac:cxnSpMk id="49" creationId="{83774260-1CBF-5103-08CA-8E308C618483}"/>
          </ac:cxnSpMkLst>
        </pc:cxnChg>
      </pc:sldChg>
      <pc:sldChg chg="addSp delSp modSp add mod">
        <pc:chgData name="Shreyance Jain" userId="900dc81c-eb5a-42df-bbec-e6dbc472c3f9" providerId="ADAL" clId="{AA299D54-DA17-477D-A724-BCF1EC1AABDD}" dt="2026-07-01T06:54:26.600" v="213" actId="20577"/>
        <pc:sldMkLst>
          <pc:docMk/>
          <pc:sldMk cId="1503313855" sldId="259"/>
        </pc:sldMkLst>
        <pc:spChg chg="mod">
          <ac:chgData name="Shreyance Jain" userId="900dc81c-eb5a-42df-bbec-e6dbc472c3f9" providerId="ADAL" clId="{AA299D54-DA17-477D-A724-BCF1EC1AABDD}" dt="2026-07-01T06:54:26.600" v="213" actId="20577"/>
          <ac:spMkLst>
            <pc:docMk/>
            <pc:sldMk cId="1503313855" sldId="259"/>
            <ac:spMk id="2" creationId="{1E85D268-1A2E-4258-0370-49B2473CAA34}"/>
          </ac:spMkLst>
        </pc:spChg>
        <pc:spChg chg="add mod">
          <ac:chgData name="Shreyance Jain" userId="900dc81c-eb5a-42df-bbec-e6dbc472c3f9" providerId="ADAL" clId="{AA299D54-DA17-477D-A724-BCF1EC1AABDD}" dt="2026-07-01T06:54:08.521" v="187" actId="20577"/>
          <ac:spMkLst>
            <pc:docMk/>
            <pc:sldMk cId="1503313855" sldId="259"/>
            <ac:spMk id="4" creationId="{5079558E-EDA1-C351-4E1B-B2A01CC320F2}"/>
          </ac:spMkLst>
        </pc:spChg>
        <pc:spChg chg="del">
          <ac:chgData name="Shreyance Jain" userId="900dc81c-eb5a-42df-bbec-e6dbc472c3f9" providerId="ADAL" clId="{AA299D54-DA17-477D-A724-BCF1EC1AABDD}" dt="2026-07-01T06:48:59.165" v="134" actId="478"/>
          <ac:spMkLst>
            <pc:docMk/>
            <pc:sldMk cId="1503313855" sldId="259"/>
            <ac:spMk id="10" creationId="{DC32BA5C-5B0D-70F7-4B83-873F8FA5C6AE}"/>
          </ac:spMkLst>
        </pc:spChg>
        <pc:spChg chg="del">
          <ac:chgData name="Shreyance Jain" userId="900dc81c-eb5a-42df-bbec-e6dbc472c3f9" providerId="ADAL" clId="{AA299D54-DA17-477D-A724-BCF1EC1AABDD}" dt="2026-07-01T06:48:59.165" v="134" actId="478"/>
          <ac:spMkLst>
            <pc:docMk/>
            <pc:sldMk cId="1503313855" sldId="259"/>
            <ac:spMk id="24" creationId="{1554BA9E-7FC7-438F-5B20-CD9BEB53AD4D}"/>
          </ac:spMkLst>
        </pc:spChg>
        <pc:spChg chg="del">
          <ac:chgData name="Shreyance Jain" userId="900dc81c-eb5a-42df-bbec-e6dbc472c3f9" providerId="ADAL" clId="{AA299D54-DA17-477D-A724-BCF1EC1AABDD}" dt="2026-07-01T06:48:59.165" v="134" actId="478"/>
          <ac:spMkLst>
            <pc:docMk/>
            <pc:sldMk cId="1503313855" sldId="259"/>
            <ac:spMk id="28" creationId="{5F3D42DF-A2ED-9740-8CEB-D2F68D9BBAD7}"/>
          </ac:spMkLst>
        </pc:spChg>
        <pc:spChg chg="del">
          <ac:chgData name="Shreyance Jain" userId="900dc81c-eb5a-42df-bbec-e6dbc472c3f9" providerId="ADAL" clId="{AA299D54-DA17-477D-A724-BCF1EC1AABDD}" dt="2026-07-01T06:48:59.165" v="134" actId="478"/>
          <ac:spMkLst>
            <pc:docMk/>
            <pc:sldMk cId="1503313855" sldId="259"/>
            <ac:spMk id="29" creationId="{0D8F40CC-C4C5-CF72-7AF1-AC1E88A22E78}"/>
          </ac:spMkLst>
        </pc:spChg>
        <pc:spChg chg="del">
          <ac:chgData name="Shreyance Jain" userId="900dc81c-eb5a-42df-bbec-e6dbc472c3f9" providerId="ADAL" clId="{AA299D54-DA17-477D-A724-BCF1EC1AABDD}" dt="2026-07-01T06:48:59.165" v="134" actId="478"/>
          <ac:spMkLst>
            <pc:docMk/>
            <pc:sldMk cId="1503313855" sldId="259"/>
            <ac:spMk id="30" creationId="{7BA6F35A-B53B-8780-EA0C-8BC6E0392EBE}"/>
          </ac:spMkLst>
        </pc:spChg>
        <pc:spChg chg="del">
          <ac:chgData name="Shreyance Jain" userId="900dc81c-eb5a-42df-bbec-e6dbc472c3f9" providerId="ADAL" clId="{AA299D54-DA17-477D-A724-BCF1EC1AABDD}" dt="2026-07-01T06:48:59.165" v="134" actId="478"/>
          <ac:spMkLst>
            <pc:docMk/>
            <pc:sldMk cId="1503313855" sldId="259"/>
            <ac:spMk id="31" creationId="{84BA532C-1FE1-867A-1268-932301CCBA28}"/>
          </ac:spMkLst>
        </pc:spChg>
        <pc:spChg chg="del">
          <ac:chgData name="Shreyance Jain" userId="900dc81c-eb5a-42df-bbec-e6dbc472c3f9" providerId="ADAL" clId="{AA299D54-DA17-477D-A724-BCF1EC1AABDD}" dt="2026-07-01T06:48:59.165" v="134" actId="478"/>
          <ac:spMkLst>
            <pc:docMk/>
            <pc:sldMk cId="1503313855" sldId="259"/>
            <ac:spMk id="32" creationId="{688632ED-6168-CD63-5E2E-624F23641CE5}"/>
          </ac:spMkLst>
        </pc:spChg>
        <pc:spChg chg="del">
          <ac:chgData name="Shreyance Jain" userId="900dc81c-eb5a-42df-bbec-e6dbc472c3f9" providerId="ADAL" clId="{AA299D54-DA17-477D-A724-BCF1EC1AABDD}" dt="2026-07-01T06:48:59.165" v="134" actId="478"/>
          <ac:spMkLst>
            <pc:docMk/>
            <pc:sldMk cId="1503313855" sldId="259"/>
            <ac:spMk id="52" creationId="{A3ABCD5A-5397-12A3-AF2E-2C159868EBF9}"/>
          </ac:spMkLst>
        </pc:spChg>
        <pc:grpChg chg="del">
          <ac:chgData name="Shreyance Jain" userId="900dc81c-eb5a-42df-bbec-e6dbc472c3f9" providerId="ADAL" clId="{AA299D54-DA17-477D-A724-BCF1EC1AABDD}" dt="2026-07-01T06:48:59.165" v="134" actId="478"/>
          <ac:grpSpMkLst>
            <pc:docMk/>
            <pc:sldMk cId="1503313855" sldId="259"/>
            <ac:grpSpMk id="16" creationId="{33A26D86-8696-6A0D-08DA-CE0AD2E2300A}"/>
          </ac:grpSpMkLst>
        </pc:grpChg>
        <pc:grpChg chg="del">
          <ac:chgData name="Shreyance Jain" userId="900dc81c-eb5a-42df-bbec-e6dbc472c3f9" providerId="ADAL" clId="{AA299D54-DA17-477D-A724-BCF1EC1AABDD}" dt="2026-07-01T06:48:59.165" v="134" actId="478"/>
          <ac:grpSpMkLst>
            <pc:docMk/>
            <pc:sldMk cId="1503313855" sldId="259"/>
            <ac:grpSpMk id="38" creationId="{BCFA4659-4A67-302F-A574-AB1EA82B0D19}"/>
          </ac:grpSpMkLst>
        </pc:grpChg>
      </pc:sldChg>
      <pc:sldChg chg="new del">
        <pc:chgData name="Shreyance Jain" userId="900dc81c-eb5a-42df-bbec-e6dbc472c3f9" providerId="ADAL" clId="{AA299D54-DA17-477D-A724-BCF1EC1AABDD}" dt="2026-07-01T06:48:43.153" v="132" actId="680"/>
        <pc:sldMkLst>
          <pc:docMk/>
          <pc:sldMk cId="2679186747" sldId="259"/>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BF9F1"/>
        </a:solidFill>
        <a:effectLst/>
      </p:bgPr>
    </p:bg>
    <p:spTree>
      <p:nvGrpSpPr>
        <p:cNvPr id="1" name=""/>
        <p:cNvGrpSpPr/>
        <p:nvPr/>
      </p:nvGrpSpPr>
      <p:grpSpPr>
        <a:xfrm>
          <a:off x="0" y="0"/>
          <a:ext cx="0" cy="0"/>
          <a:chOff x="0" y="0"/>
          <a:chExt cx="0" cy="0"/>
        </a:xfrm>
      </p:grpSpPr>
      <p:sp>
        <p:nvSpPr>
          <p:cNvPr id="2" name="TextBox 2"/>
          <p:cNvSpPr txBox="1"/>
          <p:nvPr/>
        </p:nvSpPr>
        <p:spPr>
          <a:xfrm>
            <a:off x="228599" y="74668"/>
            <a:ext cx="17830800" cy="961802"/>
          </a:xfrm>
          <a:prstGeom prst="rect">
            <a:avLst/>
          </a:prstGeom>
        </p:spPr>
        <p:txBody>
          <a:bodyPr wrap="square" lIns="0" tIns="0" rIns="0" bIns="0" rtlCol="0" anchor="t">
            <a:spAutoFit/>
          </a:bodyPr>
          <a:lstStyle/>
          <a:p>
            <a:pPr algn="ctr">
              <a:lnSpc>
                <a:spcPts val="8400"/>
              </a:lnSpc>
            </a:pPr>
            <a:r>
              <a:rPr lang="en-US" sz="6000" dirty="0">
                <a:solidFill>
                  <a:srgbClr val="2E3090"/>
                </a:solidFill>
                <a:latin typeface="Norwester"/>
                <a:ea typeface="Norwester"/>
                <a:cs typeface="Norwester"/>
                <a:sym typeface="Norwester"/>
              </a:rPr>
              <a:t>NDR SMART Spaces private limited</a:t>
            </a:r>
          </a:p>
        </p:txBody>
      </p:sp>
      <p:grpSp>
        <p:nvGrpSpPr>
          <p:cNvPr id="16" name="Group 16"/>
          <p:cNvGrpSpPr/>
          <p:nvPr/>
        </p:nvGrpSpPr>
        <p:grpSpPr>
          <a:xfrm>
            <a:off x="6132452" y="2227776"/>
            <a:ext cx="4497290" cy="1417059"/>
            <a:chOff x="0" y="0"/>
            <a:chExt cx="1330089" cy="419100"/>
          </a:xfrm>
        </p:grpSpPr>
        <p:sp>
          <p:nvSpPr>
            <p:cNvPr id="17" name="Freeform 17"/>
            <p:cNvSpPr/>
            <p:nvPr/>
          </p:nvSpPr>
          <p:spPr>
            <a:xfrm>
              <a:off x="0" y="0"/>
              <a:ext cx="1325200" cy="419100"/>
            </a:xfrm>
            <a:custGeom>
              <a:avLst/>
              <a:gdLst/>
              <a:ahLst/>
              <a:cxnLst/>
              <a:rect l="l" t="t" r="r" b="b"/>
              <a:pathLst>
                <a:path w="1325200" h="419100">
                  <a:moveTo>
                    <a:pt x="31311" y="0"/>
                  </a:moveTo>
                  <a:lnTo>
                    <a:pt x="1293889" y="0"/>
                  </a:lnTo>
                  <a:cubicBezTo>
                    <a:pt x="1302193" y="0"/>
                    <a:pt x="1310157" y="3299"/>
                    <a:pt x="1316029" y="9171"/>
                  </a:cubicBezTo>
                  <a:cubicBezTo>
                    <a:pt x="1321901" y="15043"/>
                    <a:pt x="1325200" y="23007"/>
                    <a:pt x="1325200" y="31311"/>
                  </a:cubicBezTo>
                  <a:lnTo>
                    <a:pt x="1325200" y="387789"/>
                  </a:lnTo>
                  <a:cubicBezTo>
                    <a:pt x="1325200" y="396093"/>
                    <a:pt x="1321901" y="404057"/>
                    <a:pt x="1316029" y="409929"/>
                  </a:cubicBezTo>
                  <a:cubicBezTo>
                    <a:pt x="1310157" y="415801"/>
                    <a:pt x="1302193" y="419100"/>
                    <a:pt x="1293889" y="419100"/>
                  </a:cubicBezTo>
                  <a:lnTo>
                    <a:pt x="31311" y="419100"/>
                  </a:lnTo>
                  <a:cubicBezTo>
                    <a:pt x="23007" y="419100"/>
                    <a:pt x="15043" y="415801"/>
                    <a:pt x="9171" y="409929"/>
                  </a:cubicBezTo>
                  <a:cubicBezTo>
                    <a:pt x="3299" y="404057"/>
                    <a:pt x="0" y="396093"/>
                    <a:pt x="0" y="387789"/>
                  </a:cubicBezTo>
                  <a:lnTo>
                    <a:pt x="0" y="31311"/>
                  </a:lnTo>
                  <a:cubicBezTo>
                    <a:pt x="0" y="23007"/>
                    <a:pt x="3299" y="15043"/>
                    <a:pt x="9171" y="9171"/>
                  </a:cubicBezTo>
                  <a:cubicBezTo>
                    <a:pt x="15043" y="3299"/>
                    <a:pt x="23007" y="0"/>
                    <a:pt x="31311" y="0"/>
                  </a:cubicBezTo>
                  <a:close/>
                </a:path>
              </a:pathLst>
            </a:custGeom>
            <a:solidFill>
              <a:srgbClr val="F2B658"/>
            </a:solidFill>
            <a:ln w="38100" cap="rnd">
              <a:solidFill>
                <a:srgbClr val="000000"/>
              </a:solidFill>
              <a:prstDash val="solid"/>
              <a:round/>
            </a:ln>
          </p:spPr>
          <p:txBody>
            <a:bodyPr/>
            <a:lstStyle/>
            <a:p>
              <a:endParaRPr lang="en-US" dirty="0"/>
            </a:p>
          </p:txBody>
        </p:sp>
        <p:sp>
          <p:nvSpPr>
            <p:cNvPr id="18" name="TextBox 18"/>
            <p:cNvSpPr txBox="1"/>
            <p:nvPr/>
          </p:nvSpPr>
          <p:spPr>
            <a:xfrm>
              <a:off x="4889" y="78389"/>
              <a:ext cx="1325200" cy="304800"/>
            </a:xfrm>
            <a:prstGeom prst="rect">
              <a:avLst/>
            </a:prstGeom>
          </p:spPr>
          <p:txBody>
            <a:bodyPr lIns="54752" tIns="54752" rIns="54752" bIns="54752" rtlCol="0" anchor="ctr"/>
            <a:lstStyle/>
            <a:p>
              <a:pPr algn="ctr">
                <a:lnSpc>
                  <a:spcPts val="949"/>
                </a:lnSpc>
              </a:pPr>
              <a:r>
                <a:rPr lang="en-US" sz="1899" b="1" dirty="0">
                  <a:solidFill>
                    <a:srgbClr val="FFFFFF"/>
                  </a:solidFill>
                  <a:latin typeface="Arial Bold"/>
                  <a:ea typeface="Arial Bold"/>
                  <a:cs typeface="Arial Bold"/>
                  <a:sym typeface="Arial Bold"/>
                </a:rPr>
                <a:t>NDR SMART  SPACES</a:t>
              </a:r>
            </a:p>
            <a:p>
              <a:pPr algn="ctr">
                <a:lnSpc>
                  <a:spcPts val="949"/>
                </a:lnSpc>
              </a:pPr>
              <a:endParaRPr lang="en-US" sz="1899" b="1" dirty="0">
                <a:solidFill>
                  <a:srgbClr val="FFFFFF"/>
                </a:solidFill>
                <a:latin typeface="Arial Bold"/>
                <a:ea typeface="Arial Bold"/>
                <a:cs typeface="Arial Bold"/>
                <a:sym typeface="Arial Bold"/>
              </a:endParaRPr>
            </a:p>
            <a:p>
              <a:pPr algn="ctr">
                <a:lnSpc>
                  <a:spcPts val="949"/>
                </a:lnSpc>
              </a:pPr>
              <a:r>
                <a:rPr lang="en-US" sz="1899" b="1" dirty="0">
                  <a:solidFill>
                    <a:srgbClr val="FFFFFF"/>
                  </a:solidFill>
                  <a:latin typeface="Arial Bold"/>
                  <a:ea typeface="Arial Bold"/>
                  <a:cs typeface="Arial Bold"/>
                  <a:sym typeface="Arial Bold"/>
                </a:rPr>
                <a:t>PRIVATE LIMITED </a:t>
              </a:r>
            </a:p>
          </p:txBody>
        </p:sp>
      </p:grpSp>
      <p:sp>
        <p:nvSpPr>
          <p:cNvPr id="24" name="TextBox 24"/>
          <p:cNvSpPr txBox="1"/>
          <p:nvPr/>
        </p:nvSpPr>
        <p:spPr>
          <a:xfrm>
            <a:off x="11982122" y="4683974"/>
            <a:ext cx="9525" cy="320834"/>
          </a:xfrm>
          <a:prstGeom prst="rect">
            <a:avLst/>
          </a:prstGeom>
        </p:spPr>
        <p:txBody>
          <a:bodyPr lIns="0" tIns="0" rIns="0" bIns="0" rtlCol="0" anchor="t">
            <a:spAutoFit/>
          </a:bodyPr>
          <a:lstStyle/>
          <a:p>
            <a:pPr algn="ctr">
              <a:lnSpc>
                <a:spcPts val="2659"/>
              </a:lnSpc>
              <a:spcBef>
                <a:spcPct val="0"/>
              </a:spcBef>
            </a:pPr>
            <a:endParaRPr/>
          </a:p>
        </p:txBody>
      </p:sp>
      <p:grpSp>
        <p:nvGrpSpPr>
          <p:cNvPr id="25" name="Group 25"/>
          <p:cNvGrpSpPr/>
          <p:nvPr/>
        </p:nvGrpSpPr>
        <p:grpSpPr>
          <a:xfrm>
            <a:off x="3162300" y="4639002"/>
            <a:ext cx="11963399" cy="4976843"/>
            <a:chOff x="0" y="0"/>
            <a:chExt cx="1065593" cy="464710"/>
          </a:xfrm>
        </p:grpSpPr>
        <p:sp>
          <p:nvSpPr>
            <p:cNvPr id="26" name="Freeform 26"/>
            <p:cNvSpPr/>
            <p:nvPr/>
          </p:nvSpPr>
          <p:spPr>
            <a:xfrm>
              <a:off x="0" y="0"/>
              <a:ext cx="1065593" cy="464710"/>
            </a:xfrm>
            <a:custGeom>
              <a:avLst/>
              <a:gdLst/>
              <a:ahLst/>
              <a:cxnLst/>
              <a:rect l="l" t="t" r="r" b="b"/>
              <a:pathLst>
                <a:path w="1065593" h="464710">
                  <a:moveTo>
                    <a:pt x="12294" y="0"/>
                  </a:moveTo>
                  <a:lnTo>
                    <a:pt x="1053299" y="0"/>
                  </a:lnTo>
                  <a:cubicBezTo>
                    <a:pt x="1060089" y="0"/>
                    <a:pt x="1065593" y="5504"/>
                    <a:pt x="1065593" y="12294"/>
                  </a:cubicBezTo>
                  <a:lnTo>
                    <a:pt x="1065593" y="452417"/>
                  </a:lnTo>
                  <a:cubicBezTo>
                    <a:pt x="1065593" y="455677"/>
                    <a:pt x="1064298" y="458804"/>
                    <a:pt x="1061992" y="461110"/>
                  </a:cubicBezTo>
                  <a:cubicBezTo>
                    <a:pt x="1059687" y="463415"/>
                    <a:pt x="1056560" y="464710"/>
                    <a:pt x="1053299" y="464710"/>
                  </a:cubicBezTo>
                  <a:lnTo>
                    <a:pt x="12294" y="464710"/>
                  </a:lnTo>
                  <a:cubicBezTo>
                    <a:pt x="9033" y="464710"/>
                    <a:pt x="5906" y="463415"/>
                    <a:pt x="3601" y="461110"/>
                  </a:cubicBezTo>
                  <a:cubicBezTo>
                    <a:pt x="1295" y="458804"/>
                    <a:pt x="0" y="455677"/>
                    <a:pt x="0" y="452417"/>
                  </a:cubicBezTo>
                  <a:lnTo>
                    <a:pt x="0" y="12294"/>
                  </a:lnTo>
                  <a:cubicBezTo>
                    <a:pt x="0" y="9033"/>
                    <a:pt x="1295" y="5906"/>
                    <a:pt x="3601" y="3601"/>
                  </a:cubicBezTo>
                  <a:cubicBezTo>
                    <a:pt x="5906" y="1295"/>
                    <a:pt x="9033" y="0"/>
                    <a:pt x="12294" y="0"/>
                  </a:cubicBezTo>
                  <a:close/>
                </a:path>
              </a:pathLst>
            </a:custGeom>
            <a:solidFill>
              <a:srgbClr val="F2B658"/>
            </a:solidFill>
            <a:ln w="38100" cap="rnd">
              <a:solidFill>
                <a:srgbClr val="000000"/>
              </a:solidFill>
              <a:prstDash val="solid"/>
              <a:round/>
            </a:ln>
          </p:spPr>
          <p:txBody>
            <a:bodyPr/>
            <a:lstStyle/>
            <a:p>
              <a:endParaRPr lang="en-US" dirty="0"/>
            </a:p>
          </p:txBody>
        </p:sp>
        <p:sp>
          <p:nvSpPr>
            <p:cNvPr id="27" name="TextBox 27"/>
            <p:cNvSpPr txBox="1"/>
            <p:nvPr/>
          </p:nvSpPr>
          <p:spPr>
            <a:xfrm>
              <a:off x="0" y="114300"/>
              <a:ext cx="1065593" cy="350410"/>
            </a:xfrm>
            <a:prstGeom prst="rect">
              <a:avLst/>
            </a:prstGeom>
          </p:spPr>
          <p:txBody>
            <a:bodyPr lIns="50800" tIns="50800" rIns="50800" bIns="50800" rtlCol="0" anchor="ctr"/>
            <a:lstStyle/>
            <a:p>
              <a:pPr algn="ctr">
                <a:lnSpc>
                  <a:spcPts val="949"/>
                </a:lnSpc>
              </a:pPr>
              <a:endParaRPr/>
            </a:p>
          </p:txBody>
        </p:sp>
      </p:grpSp>
      <p:sp>
        <p:nvSpPr>
          <p:cNvPr id="28" name="TextBox 28"/>
          <p:cNvSpPr txBox="1"/>
          <p:nvPr/>
        </p:nvSpPr>
        <p:spPr>
          <a:xfrm>
            <a:off x="3316964" y="4695847"/>
            <a:ext cx="3506790" cy="3904402"/>
          </a:xfrm>
          <a:prstGeom prst="rect">
            <a:avLst/>
          </a:prstGeom>
        </p:spPr>
        <p:txBody>
          <a:bodyPr lIns="0" tIns="0" rIns="0" bIns="0" rtlCol="0" anchor="t">
            <a:spAutoFit/>
          </a:bodyPr>
          <a:lstStyle/>
          <a:p>
            <a:pPr algn="just">
              <a:lnSpc>
                <a:spcPts val="1819"/>
              </a:lnSpc>
              <a:spcBef>
                <a:spcPct val="0"/>
              </a:spcBef>
            </a:pPr>
            <a:r>
              <a:rPr lang="en-US" sz="1299" b="1" dirty="0">
                <a:solidFill>
                  <a:schemeClr val="bg1"/>
                </a:solidFill>
                <a:latin typeface="Arial Bold"/>
                <a:ea typeface="Arial Bold"/>
                <a:cs typeface="Arial Bold"/>
                <a:sym typeface="Arial Bold"/>
              </a:rPr>
              <a:t>NDR STORAGE TERMINAL PRIVATE LIMITED</a:t>
            </a:r>
          </a:p>
          <a:p>
            <a:pPr algn="just">
              <a:lnSpc>
                <a:spcPts val="1819"/>
              </a:lnSpc>
              <a:spcBef>
                <a:spcPct val="0"/>
              </a:spcBef>
            </a:pPr>
            <a:r>
              <a:rPr lang="en-US" sz="1299" b="1" dirty="0">
                <a:solidFill>
                  <a:schemeClr val="bg1"/>
                </a:solidFill>
                <a:latin typeface="Arial Bold"/>
                <a:ea typeface="Arial Bold"/>
                <a:cs typeface="Arial Bold"/>
                <a:sym typeface="Arial Bold"/>
              </a:rPr>
              <a:t>NDR METRORISE PRIVATE LIMITED</a:t>
            </a:r>
          </a:p>
          <a:p>
            <a:pPr algn="just">
              <a:lnSpc>
                <a:spcPts val="1819"/>
              </a:lnSpc>
              <a:spcBef>
                <a:spcPct val="0"/>
              </a:spcBef>
            </a:pPr>
            <a:r>
              <a:rPr lang="en-US" sz="1299" b="1" dirty="0">
                <a:solidFill>
                  <a:schemeClr val="bg1"/>
                </a:solidFill>
                <a:latin typeface="Arial Bold"/>
                <a:ea typeface="Arial Bold"/>
                <a:cs typeface="Arial Bold"/>
                <a:sym typeface="Arial Bold"/>
              </a:rPr>
              <a:t>NDR VERTISPACE PRIVATE LIMITED</a:t>
            </a:r>
          </a:p>
          <a:p>
            <a:pPr algn="just">
              <a:lnSpc>
                <a:spcPts val="1819"/>
              </a:lnSpc>
              <a:spcBef>
                <a:spcPct val="0"/>
              </a:spcBef>
            </a:pPr>
            <a:r>
              <a:rPr lang="en-US" sz="1299" b="1" dirty="0">
                <a:solidFill>
                  <a:schemeClr val="bg1"/>
                </a:solidFill>
                <a:latin typeface="Arial Bold"/>
                <a:ea typeface="Arial Bold"/>
                <a:cs typeface="Arial Bold"/>
                <a:sym typeface="Arial Bold"/>
              </a:rPr>
              <a:t>NDR STORAGE HUB PRIVATE LIMITED</a:t>
            </a:r>
          </a:p>
          <a:p>
            <a:pPr algn="just">
              <a:lnSpc>
                <a:spcPts val="1819"/>
              </a:lnSpc>
              <a:spcBef>
                <a:spcPct val="0"/>
              </a:spcBef>
            </a:pPr>
            <a:r>
              <a:rPr lang="en-US" sz="1299" b="1" dirty="0">
                <a:solidFill>
                  <a:schemeClr val="bg1"/>
                </a:solidFill>
                <a:latin typeface="Arial Bold"/>
                <a:ea typeface="Arial Bold"/>
                <a:cs typeface="Arial Bold"/>
                <a:sym typeface="Arial Bold"/>
              </a:rPr>
              <a:t>NDR IRONBRIDGE PRIVATE LIMITED</a:t>
            </a:r>
          </a:p>
          <a:p>
            <a:pPr algn="just">
              <a:lnSpc>
                <a:spcPts val="1819"/>
              </a:lnSpc>
              <a:spcBef>
                <a:spcPct val="0"/>
              </a:spcBef>
            </a:pPr>
            <a:r>
              <a:rPr lang="en-US" sz="1299" b="1" dirty="0">
                <a:solidFill>
                  <a:schemeClr val="bg1"/>
                </a:solidFill>
                <a:latin typeface="Arial Bold"/>
                <a:ea typeface="Arial Bold"/>
                <a:cs typeface="Arial Bold"/>
                <a:sym typeface="Arial Bold"/>
              </a:rPr>
              <a:t>NDR URBANVISTA PRIVATE LIMITED</a:t>
            </a:r>
          </a:p>
          <a:p>
            <a:pPr algn="just">
              <a:lnSpc>
                <a:spcPts val="1819"/>
              </a:lnSpc>
              <a:spcBef>
                <a:spcPct val="0"/>
              </a:spcBef>
            </a:pPr>
            <a:r>
              <a:rPr lang="en-US" sz="1299" b="1" dirty="0">
                <a:solidFill>
                  <a:schemeClr val="bg1"/>
                </a:solidFill>
                <a:latin typeface="Arial Bold"/>
                <a:ea typeface="Arial Bold"/>
                <a:cs typeface="Arial Bold"/>
                <a:sym typeface="Arial Bold"/>
              </a:rPr>
              <a:t>NDR FLOWLINK PRIVATE LIMITED</a:t>
            </a:r>
          </a:p>
          <a:p>
            <a:pPr algn="just">
              <a:lnSpc>
                <a:spcPts val="1819"/>
              </a:lnSpc>
              <a:spcBef>
                <a:spcPct val="0"/>
              </a:spcBef>
            </a:pPr>
            <a:r>
              <a:rPr lang="en-US" sz="1299" b="1" dirty="0">
                <a:solidFill>
                  <a:schemeClr val="bg1"/>
                </a:solidFill>
                <a:latin typeface="Arial Bold"/>
                <a:ea typeface="Arial Bold"/>
                <a:cs typeface="Arial Bold"/>
                <a:sym typeface="Arial Bold"/>
              </a:rPr>
              <a:t>NDR BASESTONE PRIVATE LIMITED</a:t>
            </a:r>
          </a:p>
          <a:p>
            <a:pPr algn="just">
              <a:lnSpc>
                <a:spcPts val="1819"/>
              </a:lnSpc>
              <a:spcBef>
                <a:spcPct val="0"/>
              </a:spcBef>
            </a:pPr>
            <a:r>
              <a:rPr lang="en-US" sz="1299" b="1" dirty="0">
                <a:solidFill>
                  <a:schemeClr val="bg1"/>
                </a:solidFill>
                <a:latin typeface="Arial Bold"/>
                <a:ea typeface="Arial Bold"/>
                <a:cs typeface="Arial Bold"/>
                <a:sym typeface="Arial Bold"/>
              </a:rPr>
              <a:t>NDR SKYPARK PRIVATE LIMITED</a:t>
            </a:r>
          </a:p>
          <a:p>
            <a:pPr algn="just">
              <a:lnSpc>
                <a:spcPts val="1819"/>
              </a:lnSpc>
              <a:spcBef>
                <a:spcPct val="0"/>
              </a:spcBef>
            </a:pPr>
            <a:r>
              <a:rPr lang="en-US" sz="1299" b="1" dirty="0">
                <a:solidFill>
                  <a:schemeClr val="bg1"/>
                </a:solidFill>
                <a:latin typeface="Arial Bold"/>
                <a:ea typeface="Arial Bold"/>
                <a:cs typeface="Arial Bold"/>
                <a:sym typeface="Arial Bold"/>
              </a:rPr>
              <a:t>NDR EDGEINFRA PRIVATE LIMITED</a:t>
            </a:r>
          </a:p>
          <a:p>
            <a:pPr algn="just">
              <a:lnSpc>
                <a:spcPts val="1819"/>
              </a:lnSpc>
              <a:spcBef>
                <a:spcPct val="0"/>
              </a:spcBef>
            </a:pPr>
            <a:r>
              <a:rPr lang="en-US" sz="1299" b="1" dirty="0">
                <a:solidFill>
                  <a:schemeClr val="bg1"/>
                </a:solidFill>
                <a:latin typeface="Arial Bold"/>
                <a:ea typeface="Arial Bold"/>
                <a:cs typeface="Arial Bold"/>
                <a:sym typeface="Arial Bold"/>
              </a:rPr>
              <a:t>NDR COASTALPARK PRIVATE LIMITED</a:t>
            </a:r>
          </a:p>
          <a:p>
            <a:pPr algn="just">
              <a:lnSpc>
                <a:spcPts val="1819"/>
              </a:lnSpc>
              <a:spcBef>
                <a:spcPct val="0"/>
              </a:spcBef>
            </a:pPr>
            <a:r>
              <a:rPr lang="en-US" sz="1299" b="1" dirty="0">
                <a:solidFill>
                  <a:schemeClr val="bg1"/>
                </a:solidFill>
                <a:latin typeface="Arial Bold"/>
                <a:ea typeface="Arial Bold"/>
                <a:cs typeface="Arial Bold"/>
                <a:sym typeface="Arial Bold"/>
              </a:rPr>
              <a:t>NDR DELTAPARK PRIVATE LIMITED</a:t>
            </a:r>
          </a:p>
          <a:p>
            <a:pPr algn="just">
              <a:lnSpc>
                <a:spcPts val="1819"/>
              </a:lnSpc>
              <a:spcBef>
                <a:spcPct val="0"/>
              </a:spcBef>
            </a:pPr>
            <a:r>
              <a:rPr lang="en-US" sz="1299" b="1" dirty="0">
                <a:solidFill>
                  <a:schemeClr val="bg1"/>
                </a:solidFill>
                <a:latin typeface="Arial Bold"/>
                <a:ea typeface="Arial Bold"/>
                <a:cs typeface="Arial Bold"/>
                <a:sym typeface="Arial Bold"/>
              </a:rPr>
              <a:t>NDR RIDGEBASE PRIVATE LIMITED</a:t>
            </a:r>
          </a:p>
          <a:p>
            <a:pPr algn="just">
              <a:lnSpc>
                <a:spcPts val="1819"/>
              </a:lnSpc>
              <a:spcBef>
                <a:spcPct val="0"/>
              </a:spcBef>
            </a:pPr>
            <a:r>
              <a:rPr lang="en-US" sz="1299" b="1" dirty="0">
                <a:solidFill>
                  <a:schemeClr val="bg1"/>
                </a:solidFill>
                <a:latin typeface="Arial Bold"/>
                <a:ea typeface="Arial Bold"/>
                <a:cs typeface="Arial Bold"/>
                <a:sym typeface="Arial Bold"/>
              </a:rPr>
              <a:t>NDR STOREGRID PRIVATE LIMITED</a:t>
            </a:r>
          </a:p>
          <a:p>
            <a:pPr algn="just">
              <a:lnSpc>
                <a:spcPts val="1819"/>
              </a:lnSpc>
              <a:spcBef>
                <a:spcPct val="0"/>
              </a:spcBef>
            </a:pPr>
            <a:r>
              <a:rPr lang="en-US" sz="1299" b="1" dirty="0">
                <a:solidFill>
                  <a:schemeClr val="bg1"/>
                </a:solidFill>
                <a:latin typeface="Arial Bold"/>
                <a:ea typeface="Arial Bold"/>
                <a:cs typeface="Arial Bold"/>
                <a:sym typeface="Arial Bold"/>
              </a:rPr>
              <a:t>EYENINE INFRA &amp; WAREHOUSING PRIVATE LIMITED</a:t>
            </a:r>
          </a:p>
        </p:txBody>
      </p:sp>
      <p:sp>
        <p:nvSpPr>
          <p:cNvPr id="29" name="AutoShape 29"/>
          <p:cNvSpPr/>
          <p:nvPr/>
        </p:nvSpPr>
        <p:spPr>
          <a:xfrm flipH="1" flipV="1">
            <a:off x="6841428" y="4639002"/>
            <a:ext cx="0" cy="4976843"/>
          </a:xfrm>
          <a:prstGeom prst="line">
            <a:avLst/>
          </a:prstGeom>
          <a:ln w="47133" cap="flat">
            <a:solidFill>
              <a:srgbClr val="000000"/>
            </a:solidFill>
            <a:prstDash val="solid"/>
            <a:headEnd type="none" w="sm" len="sm"/>
            <a:tailEnd type="none" w="sm" len="sm"/>
          </a:ln>
        </p:spPr>
        <p:txBody>
          <a:bodyPr/>
          <a:lstStyle/>
          <a:p>
            <a:endParaRPr lang="en-US"/>
          </a:p>
        </p:txBody>
      </p:sp>
      <p:sp>
        <p:nvSpPr>
          <p:cNvPr id="30" name="TextBox 30"/>
          <p:cNvSpPr txBox="1"/>
          <p:nvPr/>
        </p:nvSpPr>
        <p:spPr>
          <a:xfrm>
            <a:off x="6916244" y="4718310"/>
            <a:ext cx="3506790" cy="4366067"/>
          </a:xfrm>
          <a:prstGeom prst="rect">
            <a:avLst/>
          </a:prstGeom>
        </p:spPr>
        <p:txBody>
          <a:bodyPr lIns="0" tIns="0" rIns="0" bIns="0" rtlCol="0" anchor="t">
            <a:spAutoFit/>
          </a:bodyPr>
          <a:lstStyle/>
          <a:p>
            <a:pPr algn="just">
              <a:lnSpc>
                <a:spcPts val="1819"/>
              </a:lnSpc>
              <a:spcBef>
                <a:spcPct val="0"/>
              </a:spcBef>
            </a:pPr>
            <a:r>
              <a:rPr lang="en-US" sz="1300" b="1" dirty="0">
                <a:solidFill>
                  <a:schemeClr val="bg1"/>
                </a:solidFill>
                <a:latin typeface="Arial Bold"/>
                <a:ea typeface="Arial Bold"/>
                <a:cs typeface="Arial Bold"/>
                <a:sym typeface="Arial Bold"/>
              </a:rPr>
              <a:t>NDR CARGOBASE PRIVATE LIMITED</a:t>
            </a:r>
          </a:p>
          <a:p>
            <a:pPr algn="just">
              <a:lnSpc>
                <a:spcPts val="1819"/>
              </a:lnSpc>
              <a:spcBef>
                <a:spcPct val="0"/>
              </a:spcBef>
            </a:pPr>
            <a:r>
              <a:rPr lang="en-US" sz="1300" b="1" dirty="0">
                <a:solidFill>
                  <a:schemeClr val="bg1"/>
                </a:solidFill>
                <a:latin typeface="Arial Bold"/>
                <a:ea typeface="Arial Bold"/>
                <a:cs typeface="Arial Bold"/>
                <a:sym typeface="Arial Bold"/>
              </a:rPr>
              <a:t>METEORWARE HOUSE &amp; LOGISTICS PARK KNP PRIVATE LIMITED</a:t>
            </a:r>
          </a:p>
          <a:p>
            <a:pPr algn="just">
              <a:lnSpc>
                <a:spcPts val="1819"/>
              </a:lnSpc>
              <a:spcBef>
                <a:spcPct val="0"/>
              </a:spcBef>
            </a:pPr>
            <a:r>
              <a:rPr lang="en-US" sz="1300" b="1" dirty="0">
                <a:solidFill>
                  <a:schemeClr val="bg1"/>
                </a:solidFill>
                <a:latin typeface="Arial Bold"/>
                <a:ea typeface="Arial Bold"/>
                <a:cs typeface="Arial Bold"/>
                <a:sym typeface="Arial Bold"/>
              </a:rPr>
              <a:t>NDR TRANSITHUB PRIVATE LIMITED </a:t>
            </a:r>
          </a:p>
          <a:p>
            <a:pPr algn="just">
              <a:lnSpc>
                <a:spcPts val="1819"/>
              </a:lnSpc>
              <a:spcBef>
                <a:spcPct val="0"/>
              </a:spcBef>
            </a:pPr>
            <a:r>
              <a:rPr lang="en-US" sz="1300" b="1" dirty="0">
                <a:solidFill>
                  <a:schemeClr val="bg1"/>
                </a:solidFill>
                <a:latin typeface="Arial Bold"/>
                <a:ea typeface="Arial Bold"/>
                <a:cs typeface="Arial Bold"/>
                <a:sym typeface="Arial Bold"/>
              </a:rPr>
              <a:t>METEORWARE HOUSE PRIVATE LIMITED</a:t>
            </a:r>
          </a:p>
          <a:p>
            <a:pPr algn="just">
              <a:lnSpc>
                <a:spcPts val="1819"/>
              </a:lnSpc>
              <a:spcBef>
                <a:spcPct val="0"/>
              </a:spcBef>
            </a:pPr>
            <a:r>
              <a:rPr lang="en-US" sz="1300" b="1" dirty="0">
                <a:solidFill>
                  <a:schemeClr val="bg1"/>
                </a:solidFill>
                <a:latin typeface="Arial Bold"/>
                <a:ea typeface="Arial Bold"/>
                <a:cs typeface="Arial Bold"/>
                <a:sym typeface="Arial Bold"/>
              </a:rPr>
              <a:t>NDR ASSET MANAGEMENT PVT LTD</a:t>
            </a:r>
          </a:p>
          <a:p>
            <a:pPr algn="just">
              <a:lnSpc>
                <a:spcPts val="1819"/>
              </a:lnSpc>
              <a:spcBef>
                <a:spcPct val="0"/>
              </a:spcBef>
            </a:pPr>
            <a:r>
              <a:rPr lang="en-US" sz="1300" b="1" dirty="0">
                <a:solidFill>
                  <a:schemeClr val="bg1"/>
                </a:solidFill>
                <a:latin typeface="Arial Bold"/>
                <a:ea typeface="Arial Bold"/>
                <a:cs typeface="Arial Bold"/>
                <a:sym typeface="Arial Bold"/>
              </a:rPr>
              <a:t>NDR AXISPACES PRIVATE LIMITED</a:t>
            </a:r>
          </a:p>
          <a:p>
            <a:pPr algn="just">
              <a:lnSpc>
                <a:spcPts val="1819"/>
              </a:lnSpc>
              <a:spcBef>
                <a:spcPct val="0"/>
              </a:spcBef>
            </a:pPr>
            <a:r>
              <a:rPr lang="en-US" sz="1300" b="1" dirty="0">
                <a:solidFill>
                  <a:schemeClr val="bg1"/>
                </a:solidFill>
                <a:latin typeface="Arial Bold"/>
                <a:ea typeface="Arial Bold"/>
                <a:cs typeface="Arial Bold"/>
                <a:sym typeface="Arial Bold"/>
              </a:rPr>
              <a:t>NDR COREWARE PRIVATE LIMITED</a:t>
            </a:r>
          </a:p>
          <a:p>
            <a:pPr algn="just">
              <a:lnSpc>
                <a:spcPts val="1819"/>
              </a:lnSpc>
              <a:spcBef>
                <a:spcPct val="0"/>
              </a:spcBef>
            </a:pPr>
            <a:r>
              <a:rPr lang="en-US" sz="1300" b="1" dirty="0">
                <a:solidFill>
                  <a:schemeClr val="bg1"/>
                </a:solidFill>
                <a:latin typeface="Arial Bold"/>
                <a:ea typeface="Arial Bold"/>
                <a:cs typeface="Arial Bold"/>
                <a:sym typeface="Arial Bold"/>
              </a:rPr>
              <a:t>NDR TRADESPACES PRIVATE LIMITED </a:t>
            </a:r>
          </a:p>
          <a:p>
            <a:pPr algn="just">
              <a:lnSpc>
                <a:spcPts val="1819"/>
              </a:lnSpc>
              <a:spcBef>
                <a:spcPct val="0"/>
              </a:spcBef>
            </a:pPr>
            <a:r>
              <a:rPr lang="en-US" sz="1300" b="1" dirty="0">
                <a:solidFill>
                  <a:schemeClr val="bg1"/>
                </a:solidFill>
                <a:latin typeface="Arial Bold"/>
                <a:ea typeface="Arial Bold"/>
                <a:cs typeface="Arial Bold"/>
                <a:sym typeface="Arial Bold"/>
              </a:rPr>
              <a:t>NDR DOCKSPACES PRIVATE LIMITED </a:t>
            </a:r>
          </a:p>
          <a:p>
            <a:pPr algn="just">
              <a:lnSpc>
                <a:spcPts val="1819"/>
              </a:lnSpc>
              <a:spcBef>
                <a:spcPct val="0"/>
              </a:spcBef>
            </a:pPr>
            <a:r>
              <a:rPr lang="en-US" sz="1300" b="1" dirty="0">
                <a:solidFill>
                  <a:schemeClr val="bg1"/>
                </a:solidFill>
                <a:latin typeface="Arial Bold"/>
                <a:ea typeface="Arial Bold"/>
                <a:cs typeface="Arial Bold"/>
                <a:sym typeface="Arial Bold"/>
              </a:rPr>
              <a:t>AAVSOME URBAN SPACES SHIRDHON</a:t>
            </a:r>
          </a:p>
          <a:p>
            <a:pPr algn="just">
              <a:lnSpc>
                <a:spcPts val="1819"/>
              </a:lnSpc>
              <a:spcBef>
                <a:spcPct val="0"/>
              </a:spcBef>
            </a:pPr>
            <a:r>
              <a:rPr lang="en-US" sz="1300" b="1" dirty="0">
                <a:solidFill>
                  <a:schemeClr val="bg1"/>
                </a:solidFill>
                <a:latin typeface="Arial Bold"/>
                <a:ea typeface="Arial Bold"/>
                <a:cs typeface="Arial Bold"/>
                <a:sym typeface="Arial Bold"/>
              </a:rPr>
              <a:t>DEVELOPERS LLP</a:t>
            </a:r>
          </a:p>
          <a:p>
            <a:pPr algn="just">
              <a:lnSpc>
                <a:spcPts val="1819"/>
              </a:lnSpc>
              <a:spcBef>
                <a:spcPct val="0"/>
              </a:spcBef>
            </a:pPr>
            <a:r>
              <a:rPr lang="en-US" sz="1300" b="1" dirty="0">
                <a:solidFill>
                  <a:schemeClr val="bg1"/>
                </a:solidFill>
                <a:latin typeface="Arial Bold"/>
                <a:ea typeface="Arial Bold"/>
                <a:cs typeface="Arial Bold"/>
                <a:sym typeface="Arial Bold"/>
              </a:rPr>
              <a:t>AAVSOME ECONEST LLP</a:t>
            </a:r>
          </a:p>
          <a:p>
            <a:pPr algn="just">
              <a:lnSpc>
                <a:spcPts val="1819"/>
              </a:lnSpc>
              <a:spcBef>
                <a:spcPct val="0"/>
              </a:spcBef>
            </a:pPr>
            <a:r>
              <a:rPr lang="en-US" sz="1300" b="1" dirty="0">
                <a:solidFill>
                  <a:schemeClr val="bg1"/>
                </a:solidFill>
                <a:latin typeface="Arial Bold"/>
                <a:ea typeface="Arial Bold"/>
                <a:cs typeface="Arial Bold"/>
                <a:sym typeface="Arial Bold"/>
              </a:rPr>
              <a:t>AAVSOME HOMES LLP</a:t>
            </a:r>
          </a:p>
          <a:p>
            <a:pPr algn="just">
              <a:lnSpc>
                <a:spcPts val="1819"/>
              </a:lnSpc>
              <a:spcBef>
                <a:spcPct val="0"/>
              </a:spcBef>
            </a:pPr>
            <a:r>
              <a:rPr lang="en-US" sz="1300" b="1" dirty="0">
                <a:solidFill>
                  <a:schemeClr val="bg1"/>
                </a:solidFill>
                <a:latin typeface="Arial Bold"/>
                <a:ea typeface="Arial Bold"/>
                <a:cs typeface="Arial Bold"/>
                <a:sym typeface="Arial Bold"/>
              </a:rPr>
              <a:t>NDR DYNAMIC LLP</a:t>
            </a:r>
          </a:p>
          <a:p>
            <a:pPr algn="just">
              <a:lnSpc>
                <a:spcPts val="1819"/>
              </a:lnSpc>
              <a:spcBef>
                <a:spcPct val="0"/>
              </a:spcBef>
            </a:pPr>
            <a:endParaRPr lang="en-US" sz="1300" b="1" dirty="0">
              <a:solidFill>
                <a:schemeClr val="bg1"/>
              </a:solidFill>
              <a:latin typeface="Arial Bold"/>
              <a:ea typeface="Arial Bold"/>
              <a:cs typeface="Arial Bold"/>
              <a:sym typeface="Arial Bold"/>
            </a:endParaRPr>
          </a:p>
          <a:p>
            <a:pPr algn="just">
              <a:lnSpc>
                <a:spcPts val="1819"/>
              </a:lnSpc>
              <a:spcBef>
                <a:spcPct val="0"/>
              </a:spcBef>
            </a:pPr>
            <a:endParaRPr lang="en-US" sz="1300" b="1" dirty="0">
              <a:solidFill>
                <a:schemeClr val="bg1"/>
              </a:solidFill>
              <a:latin typeface="Arial Bold"/>
              <a:ea typeface="Arial Bold"/>
              <a:cs typeface="Arial Bold"/>
              <a:sym typeface="Arial Bold"/>
            </a:endParaRPr>
          </a:p>
          <a:p>
            <a:pPr algn="just">
              <a:lnSpc>
                <a:spcPts val="1819"/>
              </a:lnSpc>
              <a:spcBef>
                <a:spcPct val="0"/>
              </a:spcBef>
            </a:pPr>
            <a:endParaRPr lang="en-US" sz="1300" b="1" dirty="0">
              <a:solidFill>
                <a:schemeClr val="bg1"/>
              </a:solidFill>
              <a:latin typeface="Arial Bold"/>
              <a:ea typeface="Arial Bold"/>
              <a:cs typeface="Arial Bold"/>
              <a:sym typeface="Arial Bold"/>
            </a:endParaRPr>
          </a:p>
          <a:p>
            <a:pPr algn="just">
              <a:lnSpc>
                <a:spcPts val="1819"/>
              </a:lnSpc>
              <a:spcBef>
                <a:spcPct val="0"/>
              </a:spcBef>
            </a:pPr>
            <a:endParaRPr lang="en-US" sz="1300" b="1" dirty="0">
              <a:solidFill>
                <a:schemeClr val="bg1"/>
              </a:solidFill>
              <a:latin typeface="Arial Bold"/>
              <a:ea typeface="Arial Bold"/>
              <a:cs typeface="Arial Bold"/>
              <a:sym typeface="Arial Bold"/>
            </a:endParaRPr>
          </a:p>
        </p:txBody>
      </p:sp>
      <p:sp>
        <p:nvSpPr>
          <p:cNvPr id="31" name="TextBox 31"/>
          <p:cNvSpPr txBox="1"/>
          <p:nvPr/>
        </p:nvSpPr>
        <p:spPr>
          <a:xfrm>
            <a:off x="10621575" y="4729717"/>
            <a:ext cx="4351719" cy="4135235"/>
          </a:xfrm>
          <a:prstGeom prst="rect">
            <a:avLst/>
          </a:prstGeom>
        </p:spPr>
        <p:txBody>
          <a:bodyPr wrap="square" lIns="0" tIns="0" rIns="0" bIns="0" rtlCol="0" anchor="t">
            <a:spAutoFit/>
          </a:bodyPr>
          <a:lstStyle/>
          <a:p>
            <a:pPr>
              <a:lnSpc>
                <a:spcPts val="1819"/>
              </a:lnSpc>
            </a:pPr>
            <a:r>
              <a:rPr lang="en-US" sz="1300" b="1" dirty="0">
                <a:solidFill>
                  <a:schemeClr val="bg1"/>
                </a:solidFill>
                <a:latin typeface="Arial Bold"/>
                <a:ea typeface="Arial Bold"/>
                <a:cs typeface="Arial Bold"/>
                <a:sym typeface="Arial Bold"/>
              </a:rPr>
              <a:t>NDR LOGISTICS PARK PRIVATE LIMITED</a:t>
            </a:r>
          </a:p>
          <a:p>
            <a:pPr>
              <a:lnSpc>
                <a:spcPts val="1819"/>
              </a:lnSpc>
            </a:pPr>
            <a:r>
              <a:rPr lang="en-US" sz="1300" b="1" dirty="0">
                <a:solidFill>
                  <a:schemeClr val="bg1"/>
                </a:solidFill>
                <a:latin typeface="Arial Bold"/>
                <a:ea typeface="Arial Bold"/>
                <a:cs typeface="Arial Bold"/>
                <a:sym typeface="Arial Bold"/>
              </a:rPr>
              <a:t>NDR STORAGE PARK PRIVATE LIMITED</a:t>
            </a:r>
          </a:p>
          <a:p>
            <a:pPr>
              <a:lnSpc>
                <a:spcPts val="1819"/>
              </a:lnSpc>
            </a:pPr>
            <a:r>
              <a:rPr lang="en-US" sz="1300" b="1" dirty="0">
                <a:solidFill>
                  <a:schemeClr val="bg1"/>
                </a:solidFill>
                <a:latin typeface="Arial Bold"/>
                <a:ea typeface="Arial Bold"/>
                <a:cs typeface="Arial Bold"/>
                <a:sym typeface="Arial Bold"/>
              </a:rPr>
              <a:t>NDR MODERN WAREHOUSING PRIVATE LIMITED</a:t>
            </a:r>
          </a:p>
          <a:p>
            <a:pPr>
              <a:lnSpc>
                <a:spcPts val="1819"/>
              </a:lnSpc>
            </a:pPr>
            <a:r>
              <a:rPr lang="en-US" sz="1300" b="1" dirty="0">
                <a:solidFill>
                  <a:schemeClr val="bg1"/>
                </a:solidFill>
                <a:latin typeface="Arial Bold"/>
                <a:ea typeface="Arial Bold"/>
                <a:cs typeface="Arial Bold"/>
                <a:sym typeface="Arial Bold"/>
              </a:rPr>
              <a:t>SAI SANKALPA INFRA PROJECTS PRIVATE LIMITED</a:t>
            </a:r>
          </a:p>
          <a:p>
            <a:pPr>
              <a:lnSpc>
                <a:spcPts val="1819"/>
              </a:lnSpc>
            </a:pPr>
            <a:r>
              <a:rPr lang="en-US" sz="1300" b="1" dirty="0">
                <a:solidFill>
                  <a:schemeClr val="bg1"/>
                </a:solidFill>
                <a:latin typeface="Arial Bold"/>
                <a:ea typeface="Arial Bold"/>
                <a:cs typeface="Arial Bold"/>
                <a:sym typeface="Arial Bold"/>
              </a:rPr>
              <a:t>NDR LEASEGRID PRIVATE LIMITED</a:t>
            </a:r>
          </a:p>
          <a:p>
            <a:pPr>
              <a:lnSpc>
                <a:spcPts val="1819"/>
              </a:lnSpc>
            </a:pPr>
            <a:r>
              <a:rPr lang="en-US" sz="1300" b="1" dirty="0">
                <a:solidFill>
                  <a:schemeClr val="bg1"/>
                </a:solidFill>
                <a:latin typeface="Arial Bold"/>
                <a:ea typeface="Arial Bold"/>
                <a:cs typeface="Arial Bold"/>
                <a:sym typeface="Arial Bold"/>
              </a:rPr>
              <a:t>NDR GLOBAL WAREHOUSES PRIVATE LIMITED</a:t>
            </a:r>
          </a:p>
          <a:p>
            <a:pPr>
              <a:lnSpc>
                <a:spcPts val="1819"/>
              </a:lnSpc>
            </a:pPr>
            <a:r>
              <a:rPr lang="en-US" sz="1300" b="1" dirty="0">
                <a:solidFill>
                  <a:schemeClr val="bg1"/>
                </a:solidFill>
                <a:latin typeface="Arial Bold"/>
                <a:ea typeface="Arial Bold"/>
                <a:cs typeface="Arial Bold"/>
                <a:sym typeface="Arial Bold"/>
              </a:rPr>
              <a:t>NDR ADVANCED STORAGE PRIVATE LIMITED</a:t>
            </a:r>
          </a:p>
          <a:p>
            <a:pPr>
              <a:lnSpc>
                <a:spcPts val="1819"/>
              </a:lnSpc>
            </a:pPr>
            <a:r>
              <a:rPr lang="en-US" sz="1300" b="1" dirty="0">
                <a:solidFill>
                  <a:schemeClr val="bg1"/>
                </a:solidFill>
                <a:latin typeface="Arial Bold"/>
                <a:ea typeface="Arial Bold"/>
                <a:cs typeface="Arial Bold"/>
                <a:sym typeface="Arial Bold"/>
              </a:rPr>
              <a:t>SPACEGRID WAREHOUSING INDIA PRIVATE LIMITED</a:t>
            </a:r>
          </a:p>
          <a:p>
            <a:pPr>
              <a:lnSpc>
                <a:spcPts val="1819"/>
              </a:lnSpc>
            </a:pPr>
            <a:r>
              <a:rPr lang="en-US" sz="1300" b="1" dirty="0">
                <a:solidFill>
                  <a:schemeClr val="bg1"/>
                </a:solidFill>
                <a:latin typeface="Arial Bold"/>
                <a:ea typeface="Arial Bold"/>
                <a:cs typeface="Arial Bold"/>
                <a:sym typeface="Arial Bold"/>
              </a:rPr>
              <a:t>NDR DYNAMIC WAREHOUSING PRIVATE LIMITED</a:t>
            </a:r>
          </a:p>
          <a:p>
            <a:pPr>
              <a:lnSpc>
                <a:spcPts val="1819"/>
              </a:lnSpc>
            </a:pPr>
            <a:r>
              <a:rPr lang="en-US" sz="1300" b="1" dirty="0">
                <a:solidFill>
                  <a:schemeClr val="bg1"/>
                </a:solidFill>
                <a:latin typeface="Arial Bold"/>
                <a:ea typeface="Arial Bold"/>
                <a:cs typeface="Arial Bold"/>
                <a:sym typeface="Arial Bold"/>
              </a:rPr>
              <a:t>NDR STOREWELL WAREHOUISING LLP</a:t>
            </a:r>
          </a:p>
          <a:p>
            <a:pPr>
              <a:lnSpc>
                <a:spcPts val="1819"/>
              </a:lnSpc>
            </a:pPr>
            <a:r>
              <a:rPr lang="en-US" sz="1300" b="1" dirty="0">
                <a:solidFill>
                  <a:schemeClr val="bg1"/>
                </a:solidFill>
                <a:latin typeface="Arial Bold"/>
                <a:ea typeface="Arial Bold"/>
                <a:cs typeface="Arial Bold"/>
                <a:sym typeface="Arial Bold"/>
              </a:rPr>
              <a:t>VANSHIL NDR LOGISTIC PARK PRIVATE LIMITED</a:t>
            </a:r>
          </a:p>
          <a:p>
            <a:pPr>
              <a:lnSpc>
                <a:spcPts val="1819"/>
              </a:lnSpc>
            </a:pPr>
            <a:r>
              <a:rPr lang="en-US" sz="1300" b="1" dirty="0">
                <a:solidFill>
                  <a:schemeClr val="bg1"/>
                </a:solidFill>
                <a:latin typeface="Arial Bold"/>
                <a:ea typeface="Arial Bold"/>
                <a:cs typeface="Arial Bold"/>
                <a:sym typeface="Arial Bold"/>
              </a:rPr>
              <a:t>CHENNAIPATNAM INFRA SOLUTIONS LLP</a:t>
            </a:r>
          </a:p>
          <a:p>
            <a:pPr>
              <a:lnSpc>
                <a:spcPts val="1819"/>
              </a:lnSpc>
            </a:pPr>
            <a:r>
              <a:rPr lang="en-US" sz="1300" b="1" dirty="0">
                <a:solidFill>
                  <a:schemeClr val="bg1"/>
                </a:solidFill>
                <a:latin typeface="Arial Bold"/>
                <a:ea typeface="Arial Bold"/>
                <a:cs typeface="Arial Bold"/>
                <a:sym typeface="Arial Bold"/>
              </a:rPr>
              <a:t>ESTAKE IMPACT LLP</a:t>
            </a:r>
          </a:p>
          <a:p>
            <a:pPr>
              <a:lnSpc>
                <a:spcPts val="1819"/>
              </a:lnSpc>
            </a:pPr>
            <a:r>
              <a:rPr lang="en-US" sz="1300" b="1" dirty="0">
                <a:solidFill>
                  <a:schemeClr val="bg1"/>
                </a:solidFill>
                <a:latin typeface="Arial Bold"/>
                <a:ea typeface="Arial Bold"/>
                <a:cs typeface="Arial Bold"/>
                <a:sym typeface="Arial Bold"/>
              </a:rPr>
              <a:t>AVE ACRES &amp; PLOTS LLP</a:t>
            </a:r>
          </a:p>
          <a:p>
            <a:pPr>
              <a:lnSpc>
                <a:spcPts val="1819"/>
              </a:lnSpc>
            </a:pPr>
            <a:r>
              <a:rPr lang="en-US" sz="1300" b="1" dirty="0">
                <a:solidFill>
                  <a:schemeClr val="bg1"/>
                </a:solidFill>
                <a:latin typeface="Arial Bold"/>
                <a:ea typeface="Arial Bold"/>
                <a:cs typeface="Arial Bold"/>
                <a:sym typeface="Arial Bold"/>
              </a:rPr>
              <a:t>AAVSOME HOSPITALITY HUB SHIRDHON PRIVATE LIMITED</a:t>
            </a:r>
          </a:p>
          <a:p>
            <a:pPr>
              <a:lnSpc>
                <a:spcPts val="1819"/>
              </a:lnSpc>
            </a:pPr>
            <a:r>
              <a:rPr lang="en-US" sz="1300" b="1" dirty="0">
                <a:solidFill>
                  <a:schemeClr val="bg1"/>
                </a:solidFill>
                <a:latin typeface="Arial Bold"/>
                <a:ea typeface="Arial Bold"/>
                <a:cs typeface="Arial Bold"/>
                <a:sym typeface="Arial Bold"/>
              </a:rPr>
              <a:t>NORTHERNSPAN WAREHOUSING PRIVATE LIMITED</a:t>
            </a:r>
          </a:p>
          <a:p>
            <a:pPr>
              <a:lnSpc>
                <a:spcPts val="1819"/>
              </a:lnSpc>
            </a:pPr>
            <a:r>
              <a:rPr lang="en-US" sz="1300" b="1" dirty="0">
                <a:solidFill>
                  <a:schemeClr val="bg1"/>
                </a:solidFill>
                <a:latin typeface="Arial Bold"/>
                <a:ea typeface="Arial Bold"/>
                <a:cs typeface="Arial Bold"/>
                <a:sym typeface="Arial Bold"/>
              </a:rPr>
              <a:t>NDR AVG LOGISTICS LLP</a:t>
            </a:r>
          </a:p>
        </p:txBody>
      </p:sp>
      <p:sp>
        <p:nvSpPr>
          <p:cNvPr id="32" name="AutoShape 32"/>
          <p:cNvSpPr/>
          <p:nvPr/>
        </p:nvSpPr>
        <p:spPr>
          <a:xfrm flipH="1" flipV="1">
            <a:off x="10497851" y="4639002"/>
            <a:ext cx="17675" cy="4976843"/>
          </a:xfrm>
          <a:prstGeom prst="line">
            <a:avLst/>
          </a:prstGeom>
          <a:ln w="47133" cap="flat">
            <a:solidFill>
              <a:srgbClr val="000000"/>
            </a:solidFill>
            <a:prstDash val="solid"/>
            <a:headEnd type="none" w="sm" len="sm"/>
            <a:tailEnd type="none" w="sm" len="sm"/>
          </a:ln>
        </p:spPr>
        <p:txBody>
          <a:bodyPr/>
          <a:lstStyle/>
          <a:p>
            <a:endParaRPr lang="en-US"/>
          </a:p>
        </p:txBody>
      </p:sp>
      <p:grpSp>
        <p:nvGrpSpPr>
          <p:cNvPr id="38" name="Group 5">
            <a:extLst>
              <a:ext uri="{FF2B5EF4-FFF2-40B4-BE49-F238E27FC236}">
                <a16:creationId xmlns:a16="http://schemas.microsoft.com/office/drawing/2014/main" id="{B4A5067C-1F1E-FCC2-6FE4-CAEF5AD231CB}"/>
              </a:ext>
            </a:extLst>
          </p:cNvPr>
          <p:cNvGrpSpPr/>
          <p:nvPr/>
        </p:nvGrpSpPr>
        <p:grpSpPr>
          <a:xfrm>
            <a:off x="981962" y="2618143"/>
            <a:ext cx="3551981" cy="1045570"/>
            <a:chOff x="0" y="0"/>
            <a:chExt cx="1325200" cy="309231"/>
          </a:xfrm>
        </p:grpSpPr>
        <p:sp>
          <p:nvSpPr>
            <p:cNvPr id="39" name="Freeform 6">
              <a:extLst>
                <a:ext uri="{FF2B5EF4-FFF2-40B4-BE49-F238E27FC236}">
                  <a16:creationId xmlns:a16="http://schemas.microsoft.com/office/drawing/2014/main" id="{C43923DC-A62D-56BA-665B-C15CA0C390BB}"/>
                </a:ext>
              </a:extLst>
            </p:cNvPr>
            <p:cNvSpPr/>
            <p:nvPr/>
          </p:nvSpPr>
          <p:spPr>
            <a:xfrm>
              <a:off x="0" y="0"/>
              <a:ext cx="1325200" cy="260959"/>
            </a:xfrm>
            <a:custGeom>
              <a:avLst/>
              <a:gdLst/>
              <a:ahLst/>
              <a:cxnLst/>
              <a:rect l="l" t="t" r="r" b="b"/>
              <a:pathLst>
                <a:path w="1325200" h="419100">
                  <a:moveTo>
                    <a:pt x="33746" y="0"/>
                  </a:moveTo>
                  <a:lnTo>
                    <a:pt x="1291454" y="0"/>
                  </a:lnTo>
                  <a:cubicBezTo>
                    <a:pt x="1300404" y="0"/>
                    <a:pt x="1308987" y="3555"/>
                    <a:pt x="1315316" y="9884"/>
                  </a:cubicBezTo>
                  <a:cubicBezTo>
                    <a:pt x="1321645" y="16213"/>
                    <a:pt x="1325200" y="24796"/>
                    <a:pt x="1325200" y="33746"/>
                  </a:cubicBezTo>
                  <a:lnTo>
                    <a:pt x="1325200" y="385354"/>
                  </a:lnTo>
                  <a:cubicBezTo>
                    <a:pt x="1325200" y="403991"/>
                    <a:pt x="1310091" y="419100"/>
                    <a:pt x="1291454" y="419100"/>
                  </a:cubicBezTo>
                  <a:lnTo>
                    <a:pt x="33746" y="419100"/>
                  </a:lnTo>
                  <a:cubicBezTo>
                    <a:pt x="15109" y="419100"/>
                    <a:pt x="0" y="403991"/>
                    <a:pt x="0" y="385354"/>
                  </a:cubicBezTo>
                  <a:lnTo>
                    <a:pt x="0" y="33746"/>
                  </a:lnTo>
                  <a:cubicBezTo>
                    <a:pt x="0" y="15109"/>
                    <a:pt x="15109" y="0"/>
                    <a:pt x="33746" y="0"/>
                  </a:cubicBezTo>
                  <a:close/>
                </a:path>
              </a:pathLst>
            </a:custGeom>
            <a:solidFill>
              <a:srgbClr val="F2B658"/>
            </a:solidFill>
            <a:ln w="38100" cap="rnd">
              <a:solidFill>
                <a:srgbClr val="000000"/>
              </a:solidFill>
              <a:prstDash val="solid"/>
              <a:round/>
            </a:ln>
          </p:spPr>
          <p:txBody>
            <a:bodyPr/>
            <a:lstStyle/>
            <a:p>
              <a:endParaRPr lang="en-IN" dirty="0"/>
            </a:p>
          </p:txBody>
        </p:sp>
        <p:sp>
          <p:nvSpPr>
            <p:cNvPr id="40" name="TextBox 7">
              <a:extLst>
                <a:ext uri="{FF2B5EF4-FFF2-40B4-BE49-F238E27FC236}">
                  <a16:creationId xmlns:a16="http://schemas.microsoft.com/office/drawing/2014/main" id="{2A6774CD-5195-183C-DCDC-2B5D803BFCE9}"/>
                </a:ext>
              </a:extLst>
            </p:cNvPr>
            <p:cNvSpPr txBox="1"/>
            <p:nvPr/>
          </p:nvSpPr>
          <p:spPr>
            <a:xfrm>
              <a:off x="0" y="4431"/>
              <a:ext cx="1325200" cy="304800"/>
            </a:xfrm>
            <a:prstGeom prst="rect">
              <a:avLst/>
            </a:prstGeom>
          </p:spPr>
          <p:txBody>
            <a:bodyPr lIns="50800" tIns="50800" rIns="50800" bIns="50800" rtlCol="0" anchor="ctr"/>
            <a:lstStyle/>
            <a:p>
              <a:pPr algn="ctr">
                <a:lnSpc>
                  <a:spcPts val="949"/>
                </a:lnSpc>
              </a:pPr>
              <a:r>
                <a:rPr lang="en-US" sz="1899" b="1" dirty="0">
                  <a:solidFill>
                    <a:srgbClr val="FFFFFF"/>
                  </a:solidFill>
                  <a:latin typeface="Arial Bold"/>
                  <a:ea typeface="Arial Bold"/>
                  <a:cs typeface="Arial Bold"/>
                  <a:sym typeface="Arial Bold"/>
                </a:rPr>
                <a:t>N Amrutesh Reddy 97%</a:t>
              </a:r>
            </a:p>
            <a:p>
              <a:pPr algn="ctr">
                <a:lnSpc>
                  <a:spcPts val="949"/>
                </a:lnSpc>
              </a:pPr>
              <a:endParaRPr lang="en-US" sz="1899" b="1" dirty="0">
                <a:solidFill>
                  <a:srgbClr val="FFFFFF"/>
                </a:solidFill>
                <a:latin typeface="Arial Bold"/>
                <a:ea typeface="Arial Bold"/>
                <a:cs typeface="Arial Bold"/>
                <a:sym typeface="Arial Bold"/>
              </a:endParaRPr>
            </a:p>
            <a:p>
              <a:pPr algn="ctr">
                <a:lnSpc>
                  <a:spcPts val="949"/>
                </a:lnSpc>
              </a:pPr>
              <a:endParaRPr lang="en-US" sz="1899" b="1" dirty="0">
                <a:solidFill>
                  <a:srgbClr val="FFFFFF"/>
                </a:solidFill>
                <a:latin typeface="Arial Bold"/>
                <a:ea typeface="Arial Bold"/>
                <a:cs typeface="Arial Bold"/>
                <a:sym typeface="Arial Bold"/>
              </a:endParaRPr>
            </a:p>
            <a:p>
              <a:pPr algn="ctr">
                <a:lnSpc>
                  <a:spcPts val="949"/>
                </a:lnSpc>
              </a:pPr>
              <a:r>
                <a:rPr lang="en-US" sz="1899" b="1" dirty="0">
                  <a:solidFill>
                    <a:srgbClr val="FFFFFF"/>
                  </a:solidFill>
                  <a:latin typeface="Arial Bold"/>
                  <a:ea typeface="Arial Bold"/>
                  <a:cs typeface="Arial Bold"/>
                  <a:sym typeface="Arial Bold"/>
                </a:rPr>
                <a:t>N Srithi Reddy 3%</a:t>
              </a:r>
            </a:p>
          </p:txBody>
        </p:sp>
      </p:grpSp>
      <p:cxnSp>
        <p:nvCxnSpPr>
          <p:cNvPr id="46" name="Straight Arrow Connector 45">
            <a:extLst>
              <a:ext uri="{FF2B5EF4-FFF2-40B4-BE49-F238E27FC236}">
                <a16:creationId xmlns:a16="http://schemas.microsoft.com/office/drawing/2014/main" id="{24FC3F3E-7694-C4CA-BA47-9734A871B461}"/>
              </a:ext>
            </a:extLst>
          </p:cNvPr>
          <p:cNvCxnSpPr/>
          <p:nvPr/>
        </p:nvCxnSpPr>
        <p:spPr>
          <a:xfrm>
            <a:off x="8427437" y="3688035"/>
            <a:ext cx="0" cy="916496"/>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cxnSp>
        <p:nvCxnSpPr>
          <p:cNvPr id="49" name="Straight Arrow Connector 48">
            <a:extLst>
              <a:ext uri="{FF2B5EF4-FFF2-40B4-BE49-F238E27FC236}">
                <a16:creationId xmlns:a16="http://schemas.microsoft.com/office/drawing/2014/main" id="{83774260-1CBF-5103-08CA-8E308C618483}"/>
              </a:ext>
            </a:extLst>
          </p:cNvPr>
          <p:cNvCxnSpPr>
            <a:cxnSpLocks/>
            <a:stCxn id="40" idx="3"/>
          </p:cNvCxnSpPr>
          <p:nvPr/>
        </p:nvCxnSpPr>
        <p:spPr>
          <a:xfrm flipV="1">
            <a:off x="4533943" y="3127740"/>
            <a:ext cx="1615040" cy="20679"/>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
        <p:nvSpPr>
          <p:cNvPr id="52" name="TextBox 51">
            <a:extLst>
              <a:ext uri="{FF2B5EF4-FFF2-40B4-BE49-F238E27FC236}">
                <a16:creationId xmlns:a16="http://schemas.microsoft.com/office/drawing/2014/main" id="{C23D90A6-707C-ACBA-2330-2FBDA0C607D3}"/>
              </a:ext>
            </a:extLst>
          </p:cNvPr>
          <p:cNvSpPr txBox="1"/>
          <p:nvPr/>
        </p:nvSpPr>
        <p:spPr>
          <a:xfrm>
            <a:off x="8579508" y="3944101"/>
            <a:ext cx="1852937" cy="369332"/>
          </a:xfrm>
          <a:prstGeom prst="rect">
            <a:avLst/>
          </a:prstGeom>
          <a:noFill/>
        </p:spPr>
        <p:txBody>
          <a:bodyPr wrap="square" rtlCol="0">
            <a:spAutoFit/>
          </a:bodyPr>
          <a:lstStyle/>
          <a:p>
            <a:r>
              <a:rPr lang="en-US" dirty="0"/>
              <a:t>Subsidiaries / JV</a:t>
            </a:r>
            <a:endParaRPr lang="en-IN" dirty="0"/>
          </a:p>
        </p:txBody>
      </p:sp>
      <p:sp>
        <p:nvSpPr>
          <p:cNvPr id="10" name="TextBox 9">
            <a:extLst>
              <a:ext uri="{FF2B5EF4-FFF2-40B4-BE49-F238E27FC236}">
                <a16:creationId xmlns:a16="http://schemas.microsoft.com/office/drawing/2014/main" id="{7F4897F8-D8B3-4567-197D-81C16C2D365F}"/>
              </a:ext>
            </a:extLst>
          </p:cNvPr>
          <p:cNvSpPr txBox="1"/>
          <p:nvPr/>
        </p:nvSpPr>
        <p:spPr>
          <a:xfrm>
            <a:off x="4698961" y="2427131"/>
            <a:ext cx="1333787" cy="646331"/>
          </a:xfrm>
          <a:prstGeom prst="rect">
            <a:avLst/>
          </a:prstGeom>
          <a:noFill/>
        </p:spPr>
        <p:txBody>
          <a:bodyPr wrap="square" rtlCol="0">
            <a:spAutoFit/>
          </a:bodyPr>
          <a:lstStyle/>
          <a:p>
            <a:r>
              <a:rPr lang="en-US" dirty="0"/>
              <a:t>100% Shareholder</a:t>
            </a:r>
            <a:endParaRPr lang="en-IN" dirty="0"/>
          </a:p>
        </p:txBody>
      </p:sp>
      <p:grpSp>
        <p:nvGrpSpPr>
          <p:cNvPr id="12" name="Group 16">
            <a:extLst>
              <a:ext uri="{FF2B5EF4-FFF2-40B4-BE49-F238E27FC236}">
                <a16:creationId xmlns:a16="http://schemas.microsoft.com/office/drawing/2014/main" id="{40EEA333-204F-BCAD-5C6C-855F8BC94289}"/>
              </a:ext>
            </a:extLst>
          </p:cNvPr>
          <p:cNvGrpSpPr/>
          <p:nvPr/>
        </p:nvGrpSpPr>
        <p:grpSpPr>
          <a:xfrm>
            <a:off x="12186320" y="2203729"/>
            <a:ext cx="4497290" cy="1417059"/>
            <a:chOff x="0" y="0"/>
            <a:chExt cx="1330089" cy="419100"/>
          </a:xfrm>
        </p:grpSpPr>
        <p:sp>
          <p:nvSpPr>
            <p:cNvPr id="13" name="Freeform 17">
              <a:extLst>
                <a:ext uri="{FF2B5EF4-FFF2-40B4-BE49-F238E27FC236}">
                  <a16:creationId xmlns:a16="http://schemas.microsoft.com/office/drawing/2014/main" id="{8ED938DB-8401-C283-91B1-CB32C4FDFB48}"/>
                </a:ext>
              </a:extLst>
            </p:cNvPr>
            <p:cNvSpPr/>
            <p:nvPr/>
          </p:nvSpPr>
          <p:spPr>
            <a:xfrm>
              <a:off x="0" y="0"/>
              <a:ext cx="1325200" cy="419100"/>
            </a:xfrm>
            <a:custGeom>
              <a:avLst/>
              <a:gdLst/>
              <a:ahLst/>
              <a:cxnLst/>
              <a:rect l="l" t="t" r="r" b="b"/>
              <a:pathLst>
                <a:path w="1325200" h="419100">
                  <a:moveTo>
                    <a:pt x="31311" y="0"/>
                  </a:moveTo>
                  <a:lnTo>
                    <a:pt x="1293889" y="0"/>
                  </a:lnTo>
                  <a:cubicBezTo>
                    <a:pt x="1302193" y="0"/>
                    <a:pt x="1310157" y="3299"/>
                    <a:pt x="1316029" y="9171"/>
                  </a:cubicBezTo>
                  <a:cubicBezTo>
                    <a:pt x="1321901" y="15043"/>
                    <a:pt x="1325200" y="23007"/>
                    <a:pt x="1325200" y="31311"/>
                  </a:cubicBezTo>
                  <a:lnTo>
                    <a:pt x="1325200" y="387789"/>
                  </a:lnTo>
                  <a:cubicBezTo>
                    <a:pt x="1325200" y="396093"/>
                    <a:pt x="1321901" y="404057"/>
                    <a:pt x="1316029" y="409929"/>
                  </a:cubicBezTo>
                  <a:cubicBezTo>
                    <a:pt x="1310157" y="415801"/>
                    <a:pt x="1302193" y="419100"/>
                    <a:pt x="1293889" y="419100"/>
                  </a:cubicBezTo>
                  <a:lnTo>
                    <a:pt x="31311" y="419100"/>
                  </a:lnTo>
                  <a:cubicBezTo>
                    <a:pt x="23007" y="419100"/>
                    <a:pt x="15043" y="415801"/>
                    <a:pt x="9171" y="409929"/>
                  </a:cubicBezTo>
                  <a:cubicBezTo>
                    <a:pt x="3299" y="404057"/>
                    <a:pt x="0" y="396093"/>
                    <a:pt x="0" y="387789"/>
                  </a:cubicBezTo>
                  <a:lnTo>
                    <a:pt x="0" y="31311"/>
                  </a:lnTo>
                  <a:cubicBezTo>
                    <a:pt x="0" y="23007"/>
                    <a:pt x="3299" y="15043"/>
                    <a:pt x="9171" y="9171"/>
                  </a:cubicBezTo>
                  <a:cubicBezTo>
                    <a:pt x="15043" y="3299"/>
                    <a:pt x="23007" y="0"/>
                    <a:pt x="31311" y="0"/>
                  </a:cubicBezTo>
                  <a:close/>
                </a:path>
              </a:pathLst>
            </a:custGeom>
            <a:solidFill>
              <a:srgbClr val="F2B658"/>
            </a:solidFill>
            <a:ln w="38100" cap="rnd">
              <a:solidFill>
                <a:srgbClr val="000000"/>
              </a:solidFill>
              <a:prstDash val="solid"/>
              <a:round/>
            </a:ln>
          </p:spPr>
          <p:txBody>
            <a:bodyPr/>
            <a:lstStyle/>
            <a:p>
              <a:endParaRPr lang="en-US" dirty="0"/>
            </a:p>
          </p:txBody>
        </p:sp>
        <p:sp>
          <p:nvSpPr>
            <p:cNvPr id="14" name="TextBox 18">
              <a:extLst>
                <a:ext uri="{FF2B5EF4-FFF2-40B4-BE49-F238E27FC236}">
                  <a16:creationId xmlns:a16="http://schemas.microsoft.com/office/drawing/2014/main" id="{EFF87C33-AB59-F276-91C0-EAB9F8126731}"/>
                </a:ext>
              </a:extLst>
            </p:cNvPr>
            <p:cNvSpPr txBox="1"/>
            <p:nvPr/>
          </p:nvSpPr>
          <p:spPr>
            <a:xfrm>
              <a:off x="4889" y="78389"/>
              <a:ext cx="1325200" cy="304800"/>
            </a:xfrm>
            <a:prstGeom prst="rect">
              <a:avLst/>
            </a:prstGeom>
          </p:spPr>
          <p:txBody>
            <a:bodyPr lIns="54752" tIns="54752" rIns="54752" bIns="54752" rtlCol="0" anchor="ctr"/>
            <a:lstStyle/>
            <a:p>
              <a:pPr algn="ctr"/>
              <a:r>
                <a:rPr lang="en-US" sz="1899" b="1" dirty="0">
                  <a:solidFill>
                    <a:srgbClr val="FFFFFF"/>
                  </a:solidFill>
                  <a:latin typeface="Arial Bold"/>
                  <a:ea typeface="Arial Bold"/>
                  <a:cs typeface="Arial Bold"/>
                  <a:sym typeface="Arial Bold"/>
                </a:rPr>
                <a:t>Directors of NDR Smart</a:t>
              </a:r>
            </a:p>
            <a:p>
              <a:pPr marL="457200" indent="-457200" algn="ctr">
                <a:buAutoNum type="arabicPeriod"/>
              </a:pPr>
              <a:r>
                <a:rPr lang="en-US" sz="1899" b="1" dirty="0">
                  <a:solidFill>
                    <a:srgbClr val="FFFFFF"/>
                  </a:solidFill>
                  <a:latin typeface="Arial Bold"/>
                  <a:ea typeface="Arial Bold"/>
                  <a:cs typeface="Arial Bold"/>
                  <a:sym typeface="Arial Bold"/>
                </a:rPr>
                <a:t>N Amrutesh Reddy</a:t>
              </a:r>
            </a:p>
            <a:p>
              <a:pPr marL="457200" indent="-457200" algn="ctr">
                <a:buAutoNum type="arabicPeriod"/>
              </a:pPr>
              <a:r>
                <a:rPr lang="en-US" sz="1899" b="1" dirty="0">
                  <a:solidFill>
                    <a:srgbClr val="FFFFFF"/>
                  </a:solidFill>
                  <a:latin typeface="Arial Bold"/>
                  <a:ea typeface="Arial Bold"/>
                  <a:cs typeface="Arial Bold"/>
                  <a:sym typeface="Arial Bold"/>
                </a:rPr>
                <a:t>Raj Srinivasan</a:t>
              </a:r>
            </a:p>
          </p:txBody>
        </p:sp>
      </p:grpSp>
      <p:sp>
        <p:nvSpPr>
          <p:cNvPr id="4" name="TextBox 18">
            <a:extLst>
              <a:ext uri="{FF2B5EF4-FFF2-40B4-BE49-F238E27FC236}">
                <a16:creationId xmlns:a16="http://schemas.microsoft.com/office/drawing/2014/main" id="{D88DF07E-FED0-0DE7-EA71-523D32830274}"/>
              </a:ext>
            </a:extLst>
          </p:cNvPr>
          <p:cNvSpPr txBox="1"/>
          <p:nvPr/>
        </p:nvSpPr>
        <p:spPr>
          <a:xfrm>
            <a:off x="6140816" y="1047555"/>
            <a:ext cx="4480759" cy="1030588"/>
          </a:xfrm>
          <a:prstGeom prst="rect">
            <a:avLst/>
          </a:prstGeom>
        </p:spPr>
        <p:txBody>
          <a:bodyPr lIns="54752" tIns="54752" rIns="54752" bIns="54752" rtlCol="0" anchor="ctr"/>
          <a:lstStyle/>
          <a:p>
            <a:pPr algn="ctr">
              <a:lnSpc>
                <a:spcPts val="949"/>
              </a:lnSpc>
            </a:pPr>
            <a:r>
              <a:rPr lang="en-US" sz="3200" b="1" u="sng" dirty="0">
                <a:latin typeface="Arial Bold"/>
                <a:ea typeface="Arial Bold"/>
                <a:cs typeface="Arial Bold"/>
                <a:sym typeface="Arial Bold"/>
              </a:rPr>
              <a:t>Structure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BF9F1"/>
        </a:solidFill>
        <a:effectLst/>
      </p:bgPr>
    </p:bg>
    <p:spTree>
      <p:nvGrpSpPr>
        <p:cNvPr id="1" name="">
          <a:extLst>
            <a:ext uri="{FF2B5EF4-FFF2-40B4-BE49-F238E27FC236}">
              <a16:creationId xmlns:a16="http://schemas.microsoft.com/office/drawing/2014/main" id="{7A8A37A5-CFD1-9774-20E6-FA87B40F1B48}"/>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1E85D268-1A2E-4258-0370-49B2473CAA34}"/>
              </a:ext>
            </a:extLst>
          </p:cNvPr>
          <p:cNvSpPr txBox="1"/>
          <p:nvPr/>
        </p:nvSpPr>
        <p:spPr>
          <a:xfrm>
            <a:off x="228599" y="74668"/>
            <a:ext cx="17830800" cy="961802"/>
          </a:xfrm>
          <a:prstGeom prst="rect">
            <a:avLst/>
          </a:prstGeom>
        </p:spPr>
        <p:txBody>
          <a:bodyPr wrap="square" lIns="0" tIns="0" rIns="0" bIns="0" rtlCol="0" anchor="t">
            <a:spAutoFit/>
          </a:bodyPr>
          <a:lstStyle/>
          <a:p>
            <a:pPr algn="ctr">
              <a:lnSpc>
                <a:spcPts val="8400"/>
              </a:lnSpc>
            </a:pPr>
            <a:r>
              <a:rPr lang="en-US" sz="6000" dirty="0">
                <a:solidFill>
                  <a:srgbClr val="2E3090"/>
                </a:solidFill>
                <a:latin typeface="Norwester"/>
                <a:ea typeface="Norwester"/>
                <a:cs typeface="Norwester"/>
                <a:sym typeface="Norwester"/>
              </a:rPr>
              <a:t>NDR SMART Spaces private limited</a:t>
            </a:r>
          </a:p>
        </p:txBody>
      </p:sp>
      <p:sp>
        <p:nvSpPr>
          <p:cNvPr id="4" name="TextBox 3">
            <a:extLst>
              <a:ext uri="{FF2B5EF4-FFF2-40B4-BE49-F238E27FC236}">
                <a16:creationId xmlns:a16="http://schemas.microsoft.com/office/drawing/2014/main" id="{5079558E-EDA1-C351-4E1B-B2A01CC320F2}"/>
              </a:ext>
            </a:extLst>
          </p:cNvPr>
          <p:cNvSpPr txBox="1"/>
          <p:nvPr/>
        </p:nvSpPr>
        <p:spPr>
          <a:xfrm>
            <a:off x="990600" y="1790700"/>
            <a:ext cx="16459200" cy="6555641"/>
          </a:xfrm>
          <a:prstGeom prst="rect">
            <a:avLst/>
          </a:prstGeom>
          <a:noFill/>
        </p:spPr>
        <p:txBody>
          <a:bodyPr wrap="square">
            <a:spAutoFit/>
          </a:bodyPr>
          <a:lstStyle/>
          <a:p>
            <a:pPr algn="just"/>
            <a:r>
              <a:rPr lang="en-IN" sz="2000" b="1" u="sng" dirty="0">
                <a:effectLst/>
                <a:latin typeface="Arial" panose="020B0604020202020204" pitchFamily="34" charset="0"/>
                <a:ea typeface="Times New Roman" panose="02020603050405020304" pitchFamily="18" charset="0"/>
                <a:cs typeface="Arial" panose="020B0604020202020204" pitchFamily="34" charset="0"/>
              </a:rPr>
              <a:t>Detailed business note</a:t>
            </a:r>
          </a:p>
          <a:p>
            <a:pPr algn="just"/>
            <a:endParaRPr lang="en-IN" sz="2000" dirty="0">
              <a:effectLst/>
              <a:latin typeface="Arial" panose="020B0604020202020204" pitchFamily="34" charset="0"/>
              <a:ea typeface="Times New Roman" panose="02020603050405020304" pitchFamily="18" charset="0"/>
              <a:cs typeface="Arial" panose="020B0604020202020204" pitchFamily="34" charset="0"/>
            </a:endParaRPr>
          </a:p>
          <a:p>
            <a:pPr algn="just"/>
            <a:r>
              <a:rPr lang="en-IN" sz="2000" b="1" dirty="0">
                <a:latin typeface="Arial" panose="020B0604020202020204" pitchFamily="34" charset="0"/>
                <a:cs typeface="Arial" panose="020B0604020202020204" pitchFamily="34" charset="0"/>
              </a:rPr>
              <a:t>To provide financial assistance and funding to SPVs</a:t>
            </a:r>
            <a:endParaRPr lang="en-IN" sz="2000" dirty="0">
              <a:latin typeface="Arial" panose="020B0604020202020204" pitchFamily="34" charset="0"/>
              <a:cs typeface="Arial" panose="020B0604020202020204" pitchFamily="34" charset="0"/>
            </a:endParaRPr>
          </a:p>
          <a:p>
            <a:pPr algn="just"/>
            <a:r>
              <a:rPr lang="en-IN" sz="2000" dirty="0">
                <a:latin typeface="Arial" panose="020B0604020202020204" pitchFamily="34" charset="0"/>
                <a:cs typeface="Arial" panose="020B0604020202020204" pitchFamily="34" charset="0"/>
              </a:rPr>
              <a:t>To provide financial assistance, loans, advances, equity contributions, or any other form of funding to group Special Purpose Vehicles (SPVs), whether wholly owned subsidiaries or joint venture entities, for the acquisition of land and the construction, development, operation, maintenance, leasing, and management of buildings, industrial sheds, godowns, warehouses, storage facilities, logistics parks, and other related infrastructure.</a:t>
            </a:r>
          </a:p>
          <a:p>
            <a:pPr algn="just"/>
            <a:endParaRPr lang="en-IN" sz="2000" dirty="0">
              <a:latin typeface="Arial" panose="020B0604020202020204" pitchFamily="34" charset="0"/>
              <a:cs typeface="Arial" panose="020B0604020202020204" pitchFamily="34" charset="0"/>
            </a:endParaRPr>
          </a:p>
          <a:p>
            <a:pPr algn="just"/>
            <a:r>
              <a:rPr lang="en-IN" sz="2000" b="1" dirty="0">
                <a:latin typeface="Arial" panose="020B0604020202020204" pitchFamily="34" charset="0"/>
                <a:cs typeface="Arial" panose="020B0604020202020204" pitchFamily="34" charset="0"/>
              </a:rPr>
              <a:t>To undertake plotting and sale of developed land</a:t>
            </a:r>
            <a:endParaRPr lang="en-IN" sz="2000" dirty="0">
              <a:latin typeface="Arial" panose="020B0604020202020204" pitchFamily="34" charset="0"/>
              <a:cs typeface="Arial" panose="020B0604020202020204" pitchFamily="34" charset="0"/>
            </a:endParaRPr>
          </a:p>
          <a:p>
            <a:pPr algn="just"/>
            <a:r>
              <a:rPr lang="en-IN" sz="2000" dirty="0">
                <a:latin typeface="Arial" panose="020B0604020202020204" pitchFamily="34" charset="0"/>
                <a:cs typeface="Arial" panose="020B0604020202020204" pitchFamily="34" charset="0"/>
              </a:rPr>
              <a:t>To undertake, carry out, facilitate, manage, or supervise the planning, plotting, preparation, development, marketing, and sale of land, including the development and sale of RERA-compliant plotted layouts, and to obtain or facilitate the obtaining of all necessary approvals, permissions, licenses, registrations, sanctions, and clearances from competent authorities. Further, to appoint, engage, or collaborate with contractors, consultants, architects, engineers, developers, marketing agencies, or any other persons or entities for carrying out such activities, and to earn service charges, development fees, profit share, or any other consideration arising therefrom.</a:t>
            </a:r>
          </a:p>
          <a:p>
            <a:pPr algn="just"/>
            <a:endParaRPr lang="en-IN" sz="2000" dirty="0">
              <a:latin typeface="Arial" panose="020B0604020202020204" pitchFamily="34" charset="0"/>
              <a:cs typeface="Arial" panose="020B0604020202020204" pitchFamily="34" charset="0"/>
            </a:endParaRPr>
          </a:p>
          <a:p>
            <a:pPr algn="just"/>
            <a:r>
              <a:rPr lang="en-IN" sz="2000" b="1" dirty="0">
                <a:latin typeface="Arial" panose="020B0604020202020204" pitchFamily="34" charset="0"/>
                <a:cs typeface="Arial" panose="020B0604020202020204" pitchFamily="34" charset="0"/>
              </a:rPr>
              <a:t>To monetize developed assets through transfer of SPVs</a:t>
            </a:r>
            <a:endParaRPr lang="en-IN" sz="2000" dirty="0">
              <a:latin typeface="Arial" panose="020B0604020202020204" pitchFamily="34" charset="0"/>
              <a:cs typeface="Arial" panose="020B0604020202020204" pitchFamily="34" charset="0"/>
            </a:endParaRPr>
          </a:p>
          <a:p>
            <a:pPr algn="just"/>
            <a:r>
              <a:rPr lang="en-IN" sz="2000" dirty="0">
                <a:latin typeface="Arial" panose="020B0604020202020204" pitchFamily="34" charset="0"/>
                <a:cs typeface="Arial" panose="020B0604020202020204" pitchFamily="34" charset="0"/>
              </a:rPr>
              <a:t>To sell, transfer, assign, divest, or otherwise monetize completed warehousing, industrial, storage, logistics, and related infrastructure assets by way of sale or transfer of the shares or securities of the SPVs owning such assets, or through asset transfers or any other legally permissible mode, including transfers to NDR InvIT Trust or any successor infrastructure investment trust or similar investment vehicle, and to receive, realize, and appropriate the sale consideration, distributions, proceeds, profits, or any other monetary benefits arising from such transactions.</a:t>
            </a:r>
          </a:p>
          <a:p>
            <a:pPr algn="just"/>
            <a:endParaRPr lang="en-IN"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033138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54</TotalTime>
  <Words>561</Words>
  <Application>Microsoft Office PowerPoint</Application>
  <PresentationFormat>Custom</PresentationFormat>
  <Paragraphs>73</Paragraphs>
  <Slides>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vt:i4>
      </vt:variant>
    </vt:vector>
  </HeadingPairs>
  <TitlesOfParts>
    <vt:vector size="7" baseType="lpstr">
      <vt:lpstr>Arial</vt:lpstr>
      <vt:lpstr>Calibri</vt:lpstr>
      <vt:lpstr>Norwester</vt:lpstr>
      <vt:lpstr>Arial Bold</vt:lpstr>
      <vt:lpstr>Office Theme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NDR Smart Spaces Private Limited</dc:title>
  <dc:creator>Achala Reddy</dc:creator>
  <cp:lastModifiedBy>Shreyance Jain</cp:lastModifiedBy>
  <cp:revision>4</cp:revision>
  <dcterms:created xsi:type="dcterms:W3CDTF">2006-08-16T00:00:00Z</dcterms:created>
  <dcterms:modified xsi:type="dcterms:W3CDTF">2026-07-01T06:54:58Z</dcterms:modified>
  <dc:identifier>DAHCJBSI3Ac</dc:identifier>
</cp:coreProperties>
</file>