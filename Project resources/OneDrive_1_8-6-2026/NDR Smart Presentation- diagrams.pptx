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61" r:id="rId4"/>
    <p:sldMasterId id="2147483674" r:id="rId5"/>
  </p:sldMasterIdLst>
  <p:notesMasterIdLst>
    <p:notesMasterId r:id="rId9"/>
  </p:notesMasterIdLst>
  <p:handoutMasterIdLst>
    <p:handoutMasterId r:id="rId10"/>
  </p:handoutMasterIdLst>
  <p:sldIdLst>
    <p:sldId id="904" r:id="rId6"/>
    <p:sldId id="905" r:id="rId7"/>
    <p:sldId id="906" r:id="rId8"/>
  </p:sldIdLst>
  <p:sldSz cx="12192000" cy="6858000"/>
  <p:notesSz cx="6858000" cy="9144000"/>
  <p:defaultTextStyle>
    <a:defPPr>
      <a:defRPr lang="en-US"/>
    </a:defPPr>
    <a:lvl1pPr marL="0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274411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548823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823234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097646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1372057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1646469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1920880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2195292" algn="l" defTabSz="548823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2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695B49-DF1D-F5D0-2E06-1DF3DAB67EA8}" name="Prerana Somani" initials="ps" userId="a784eeb56302d3bc" providerId="Windows Live"/>
  <p188:author id="{E2FEF14D-3B6F-BC85-CF54-14A526C16081}" name="Sakshi Barnwal" initials="SB" userId="S::sakshi.barnwal@ndram.com::3db517ba-351d-4ab9-be2f-92a21ec0f306" providerId="AD"/>
  <p188:author id="{D6FFD6C8-807E-AA4E-A2AC-A2ABCD9089E0}" name="Shreyance Jain" initials="SJ" userId="S::shreyance.jain@ndram.com::900dc81c-eb5a-42df-bbec-e6dbc472c3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194"/>
    <a:srgbClr val="D9D9D9"/>
    <a:srgbClr val="2E3194"/>
    <a:srgbClr val="1F20AB"/>
    <a:srgbClr val="F1BA63"/>
    <a:srgbClr val="2E3090"/>
    <a:srgbClr val="7F7F7F"/>
    <a:srgbClr val="404040"/>
    <a:srgbClr val="E3D3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 autoAdjust="0"/>
    <p:restoredTop sz="95788" autoAdjust="0"/>
  </p:normalViewPr>
  <p:slideViewPr>
    <p:cSldViewPr snapToGrid="0">
      <p:cViewPr varScale="1">
        <p:scale>
          <a:sx n="70" d="100"/>
          <a:sy n="70" d="100"/>
        </p:scale>
        <p:origin x="888" y="52"/>
      </p:cViewPr>
      <p:guideLst>
        <p:guide orient="horz" pos="2732"/>
        <p:guide pos="38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ala Reddy" userId="fc0d14f6-b3d1-4560-aef0-38a0f2d9ebc1" providerId="ADAL" clId="{AE2F290A-6089-422B-AA06-11AAAF2DB8EB}"/>
    <pc:docChg chg="custSel delSld modSld sldOrd">
      <pc:chgData name="Achala Reddy" userId="fc0d14f6-b3d1-4560-aef0-38a0f2d9ebc1" providerId="ADAL" clId="{AE2F290A-6089-422B-AA06-11AAAF2DB8EB}" dt="2026-08-06T07:09:31.793" v="9"/>
      <pc:docMkLst>
        <pc:docMk/>
      </pc:docMkLst>
      <pc:sldChg chg="del">
        <pc:chgData name="Achala Reddy" userId="fc0d14f6-b3d1-4560-aef0-38a0f2d9ebc1" providerId="ADAL" clId="{AE2F290A-6089-422B-AA06-11AAAF2DB8EB}" dt="2026-08-06T07:08:42.942" v="0" actId="47"/>
        <pc:sldMkLst>
          <pc:docMk/>
          <pc:sldMk cId="0" sldId="256"/>
        </pc:sldMkLst>
      </pc:sldChg>
      <pc:sldChg chg="delSp mod ord">
        <pc:chgData name="Achala Reddy" userId="fc0d14f6-b3d1-4560-aef0-38a0f2d9ebc1" providerId="ADAL" clId="{AE2F290A-6089-422B-AA06-11AAAF2DB8EB}" dt="2026-08-06T07:09:31.793" v="9"/>
        <pc:sldMkLst>
          <pc:docMk/>
          <pc:sldMk cId="385390673" sldId="906"/>
        </pc:sldMkLst>
        <pc:spChg chg="del">
          <ac:chgData name="Achala Reddy" userId="fc0d14f6-b3d1-4560-aef0-38a0f2d9ebc1" providerId="ADAL" clId="{AE2F290A-6089-422B-AA06-11AAAF2DB8EB}" dt="2026-08-06T07:09:09.909" v="1" actId="478"/>
          <ac:spMkLst>
            <pc:docMk/>
            <pc:sldMk cId="385390673" sldId="906"/>
            <ac:spMk id="23" creationId="{A195612F-2F1B-F82B-8D98-9DB37F634B46}"/>
          </ac:spMkLst>
        </pc:spChg>
        <pc:graphicFrameChg chg="del">
          <ac:chgData name="Achala Reddy" userId="fc0d14f6-b3d1-4560-aef0-38a0f2d9ebc1" providerId="ADAL" clId="{AE2F290A-6089-422B-AA06-11AAAF2DB8EB}" dt="2026-08-06T07:09:09.909" v="1" actId="478"/>
          <ac:graphicFrameMkLst>
            <pc:docMk/>
            <pc:sldMk cId="385390673" sldId="906"/>
            <ac:graphicFrameMk id="24" creationId="{893E5786-122F-50CE-E1DF-515461782D12}"/>
          </ac:graphicFrameMkLst>
        </pc:graphicFrameChg>
        <pc:graphicFrameChg chg="del">
          <ac:chgData name="Achala Reddy" userId="fc0d14f6-b3d1-4560-aef0-38a0f2d9ebc1" providerId="ADAL" clId="{AE2F290A-6089-422B-AA06-11AAAF2DB8EB}" dt="2026-08-06T07:09:09.909" v="1" actId="478"/>
          <ac:graphicFrameMkLst>
            <pc:docMk/>
            <pc:sldMk cId="385390673" sldId="906"/>
            <ac:graphicFrameMk id="25" creationId="{C7E3065D-0A3B-98E2-8CCB-E3294648D04C}"/>
          </ac:graphicFrameMkLst>
        </pc:graphicFrameChg>
        <pc:graphicFrameChg chg="del">
          <ac:chgData name="Achala Reddy" userId="fc0d14f6-b3d1-4560-aef0-38a0f2d9ebc1" providerId="ADAL" clId="{AE2F290A-6089-422B-AA06-11AAAF2DB8EB}" dt="2026-08-06T07:09:09.909" v="1" actId="478"/>
          <ac:graphicFrameMkLst>
            <pc:docMk/>
            <pc:sldMk cId="385390673" sldId="906"/>
            <ac:graphicFrameMk id="27" creationId="{1D00FB59-DA58-785A-F919-21BD2BC91D46}"/>
          </ac:graphicFrameMkLst>
        </pc:graphicFrameChg>
      </pc:sldChg>
      <pc:sldChg chg="del">
        <pc:chgData name="Achala Reddy" userId="fc0d14f6-b3d1-4560-aef0-38a0f2d9ebc1" providerId="ADAL" clId="{AE2F290A-6089-422B-AA06-11AAAF2DB8EB}" dt="2026-08-06T07:09:20.504" v="2" actId="47"/>
        <pc:sldMkLst>
          <pc:docMk/>
          <pc:sldMk cId="193638803" sldId="907"/>
        </pc:sldMkLst>
      </pc:sldChg>
      <pc:sldChg chg="del">
        <pc:chgData name="Achala Reddy" userId="fc0d14f6-b3d1-4560-aef0-38a0f2d9ebc1" providerId="ADAL" clId="{AE2F290A-6089-422B-AA06-11AAAF2DB8EB}" dt="2026-08-06T07:09:22.454" v="3" actId="47"/>
        <pc:sldMkLst>
          <pc:docMk/>
          <pc:sldMk cId="2987291180" sldId="908"/>
        </pc:sldMkLst>
      </pc:sldChg>
      <pc:sldChg chg="del">
        <pc:chgData name="Achala Reddy" userId="fc0d14f6-b3d1-4560-aef0-38a0f2d9ebc1" providerId="ADAL" clId="{AE2F290A-6089-422B-AA06-11AAAF2DB8EB}" dt="2026-08-06T07:09:26.713" v="7" actId="47"/>
        <pc:sldMkLst>
          <pc:docMk/>
          <pc:sldMk cId="4234543102" sldId="909"/>
        </pc:sldMkLst>
      </pc:sldChg>
      <pc:sldChg chg="del">
        <pc:chgData name="Achala Reddy" userId="fc0d14f6-b3d1-4560-aef0-38a0f2d9ebc1" providerId="ADAL" clId="{AE2F290A-6089-422B-AA06-11AAAF2DB8EB}" dt="2026-08-06T07:09:24.583" v="4" actId="47"/>
        <pc:sldMkLst>
          <pc:docMk/>
          <pc:sldMk cId="1087721837" sldId="910"/>
        </pc:sldMkLst>
      </pc:sldChg>
      <pc:sldChg chg="del">
        <pc:chgData name="Achala Reddy" userId="fc0d14f6-b3d1-4560-aef0-38a0f2d9ebc1" providerId="ADAL" clId="{AE2F290A-6089-422B-AA06-11AAAF2DB8EB}" dt="2026-08-06T07:09:25.224" v="5" actId="47"/>
        <pc:sldMkLst>
          <pc:docMk/>
          <pc:sldMk cId="3790901411" sldId="911"/>
        </pc:sldMkLst>
      </pc:sldChg>
      <pc:sldChg chg="del">
        <pc:chgData name="Achala Reddy" userId="fc0d14f6-b3d1-4560-aef0-38a0f2d9ebc1" providerId="ADAL" clId="{AE2F290A-6089-422B-AA06-11AAAF2DB8EB}" dt="2026-08-06T07:09:25.979" v="6" actId="47"/>
        <pc:sldMkLst>
          <pc:docMk/>
          <pc:sldMk cId="2617021560" sldId="9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59EED8-47F8-4FA7-7985-BFB4D80BE8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6B863-0D5B-4D22-2F95-5FDC95F8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08079-A7E8-AE42-A7A8-CDCD7A05DF9E}" type="datetimeFigureOut">
              <a:rPr lang="en-US" smtClean="0">
                <a:latin typeface="Arial" panose="020B0604020202020204" pitchFamily="34" charset="0"/>
              </a:rPr>
              <a:t>06-Aug-26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3E2E7-B921-7A36-848E-60A6C1DF18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4B2C1-2A66-693C-0160-538151B72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12DEE-8667-5248-8FCA-F1716FEC3B0E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3915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CADCC64-8B3E-48D7-89B3-F6A54E384ADC}" type="datetimeFigureOut">
              <a:rPr lang="en-IN" smtClean="0"/>
              <a:pPr/>
              <a:t>06-08-2026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9D67D60-7436-4106-B50B-1D2C6C410148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0420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48823" rtl="0" eaLnBrk="1" latinLnBrk="0" hangingPunct="1">
      <a:defRPr sz="72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274411" algn="l" defTabSz="548823" rtl="0" eaLnBrk="1" latinLnBrk="0" hangingPunct="1">
      <a:defRPr sz="72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548823" algn="l" defTabSz="548823" rtl="0" eaLnBrk="1" latinLnBrk="0" hangingPunct="1">
      <a:defRPr sz="72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823234" algn="l" defTabSz="548823" rtl="0" eaLnBrk="1" latinLnBrk="0" hangingPunct="1">
      <a:defRPr sz="72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097646" algn="l" defTabSz="548823" rtl="0" eaLnBrk="1" latinLnBrk="0" hangingPunct="1">
      <a:defRPr sz="72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372057" algn="l" defTabSz="5488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6pPr>
    <a:lvl7pPr marL="1646469" algn="l" defTabSz="5488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7pPr>
    <a:lvl8pPr marL="1920880" algn="l" defTabSz="5488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8pPr>
    <a:lvl9pPr marL="2195292" algn="l" defTabSz="548823" rtl="0" eaLnBrk="1" latinLnBrk="0" hangingPunct="1">
      <a:defRPr sz="7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A8A5-2D01-8355-0D1A-D6636806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C57F-9FFC-D5E0-E521-571858592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4EC58-53EF-5116-F04A-5F22C908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C05B-F904-20DC-305C-40BDCA7C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D278-77E9-2F93-0283-35203D64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1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5AAE-CD2B-EDF3-01E4-6777C6A1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F8E77-663A-C10D-348D-5405FCA4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600">
                <a:solidFill>
                  <a:srgbClr val="404040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404040"/>
                </a:solidFill>
              </a:defRPr>
            </a:lvl2pPr>
            <a:lvl3pPr marL="914400" indent="0">
              <a:buNone/>
              <a:defRPr sz="1600">
                <a:solidFill>
                  <a:srgbClr val="404040"/>
                </a:solidFill>
              </a:defRPr>
            </a:lvl3pPr>
            <a:lvl4pPr marL="1371600" indent="0">
              <a:buNone/>
              <a:defRPr sz="1600">
                <a:solidFill>
                  <a:srgbClr val="404040"/>
                </a:solidFill>
              </a:defRPr>
            </a:lvl4pPr>
            <a:lvl5pPr marL="1828800" indent="0">
              <a:buNone/>
              <a:defRPr sz="1600">
                <a:solidFill>
                  <a:srgbClr val="404040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3E1CA-B0CF-BE95-AF0C-9B8F2B3F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B783-2390-2CF6-EC35-ACB6565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3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A163-5364-6E69-7BC1-7D809316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EFD47-33AE-1552-C987-B247D4AA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6926-5ED3-43BB-C222-1283C0F1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F1DF-4127-8EEF-8A3A-10EEC3E5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698B6-EF9A-E2C0-AE6B-4DF2DCA8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3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484B-8CBA-EDAD-E090-2FF3DE6F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FDEA0-C1C9-A3DC-33DE-39214028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076-419F-37C6-F3F1-2C4E4435F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C8469-BB79-9F78-2C21-A305A9D7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7057A-56F5-B7DB-7783-5FEB5860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4F1A2-E74E-DC0D-EABD-B4F8883F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303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6EF8-6D19-88AD-C44C-9D0616B2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A1D0C-CDCF-188E-6B88-E53CB047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1C23B-2983-58DF-22FD-EE9442D9B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1FDD4-DF6E-14C0-EBF8-E3EB63794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F3D2B-8CBA-CCDA-71DF-C37F25679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D065D-CA77-D334-E0B1-78970043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F6124-5003-7067-B9F7-4AB48977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D84A0-EB29-E6B0-91DF-F1D32AAD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7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C4A2-C228-FD93-ED3B-C79FEB1B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40701-671E-6E3D-CE17-7F554A4C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7A3CC-C9E0-0C52-C3A7-0A9BB8B2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D3165-9D0E-071E-BFF2-78255749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66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E75F7-5BFD-4C9A-E71B-347B31FB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89ED4-4B25-66B3-1255-054EF07E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024AE-412F-97C1-4695-46673C89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92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EDD6-1797-9B55-646B-801409F6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E585-DE1C-930E-97D9-F8F8E8D68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8BF6-6123-8450-45DF-BA1D4B913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632B-BF92-8E9A-E958-D179E441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C850D-7EF8-7C20-1B66-285E140E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BE2D8-FD07-3A95-0DD2-BBABB8C1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3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AEC7-0C42-2F7B-BC82-8324174F8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48C10-3FED-14AF-156F-B9D1D8DA6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7630C-7E4D-FFA4-5472-EE77BD434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68BC7-6030-18A0-3831-60C4DAA3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B6813-0736-EDAF-F367-557356E9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21C3E-1648-32E3-500D-C9C82E75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36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54E9-07B4-2211-B71B-492DD27E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606A9-6297-1539-CF8D-0A70BC29E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507E-AF29-E036-843D-ADDC99AD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5572-F13F-640E-54CF-B9D3B6A3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DC31-F0BC-0E98-3749-D8324DCF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376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14BFB-7EEC-ED3B-6A85-F6A0B8A87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0F8AE-1D40-9EF0-0C01-AE0B22DCB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F3AEA-6ACB-BE75-6EAD-2AE7654C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1506-235E-5916-2289-E896B67B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D8EEC-0DE4-70E4-4A05-A69D946B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22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BEAED-AA1E-4570-9020-AAD35CD8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14325E-C5EF-4B0C-AB3D-2ACB9B1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512" y="705062"/>
            <a:ext cx="11887200" cy="25288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99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F5401-4F1D-4D06-9F79-A747EF71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2" y="162107"/>
            <a:ext cx="11888976" cy="52881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982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A8A5-2D01-8355-0D1A-D6636806C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C57F-9FFC-D5E0-E521-571858592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4EC58-53EF-5116-F04A-5F22C908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7C05B-F904-20DC-305C-40BDCA7C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D278-77E9-2F93-0283-35203D64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51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5AAE-CD2B-EDF3-01E4-6777C6A1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F8E77-663A-C10D-348D-5405FCA4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1600">
                <a:solidFill>
                  <a:srgbClr val="404040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1600">
                <a:solidFill>
                  <a:srgbClr val="404040"/>
                </a:solidFill>
              </a:defRPr>
            </a:lvl2pPr>
            <a:lvl3pPr marL="914400" indent="0">
              <a:buNone/>
              <a:defRPr sz="1600">
                <a:solidFill>
                  <a:srgbClr val="404040"/>
                </a:solidFill>
              </a:defRPr>
            </a:lvl3pPr>
            <a:lvl4pPr marL="1371600" indent="0">
              <a:buNone/>
              <a:defRPr sz="1600">
                <a:solidFill>
                  <a:srgbClr val="404040"/>
                </a:solidFill>
              </a:defRPr>
            </a:lvl4pPr>
            <a:lvl5pPr marL="1828800" indent="0">
              <a:buNone/>
              <a:defRPr sz="1600">
                <a:solidFill>
                  <a:srgbClr val="404040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3E1CA-B0CF-BE95-AF0C-9B8F2B3F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B783-2390-2CF6-EC35-ACB6565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25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A163-5364-6E69-7BC1-7D809316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EFD47-33AE-1552-C987-B247D4AA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86926-5ED3-43BB-C222-1283C0F1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F1DF-4127-8EEF-8A3A-10EEC3E5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698B6-EF9A-E2C0-AE6B-4DF2DCA8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8541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484B-8CBA-EDAD-E090-2FF3DE6F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FDEA0-C1C9-A3DC-33DE-392140280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076-419F-37C6-F3F1-2C4E4435F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C8469-BB79-9F78-2C21-A305A9D7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7057A-56F5-B7DB-7783-5FEB5860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4F1A2-E74E-DC0D-EABD-B4F8883F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5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6EF8-6D19-88AD-C44C-9D0616B2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A1D0C-CDCF-188E-6B88-E53CB0478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1C23B-2983-58DF-22FD-EE9442D9B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1FDD4-DF6E-14C0-EBF8-E3EB63794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F3D2B-8CBA-CCDA-71DF-C37F25679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D065D-CA77-D334-E0B1-78970043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F6124-5003-7067-B9F7-4AB489773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D84A0-EB29-E6B0-91DF-F1D32AAD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900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8C4A2-C228-FD93-ED3B-C79FEB1B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40701-671E-6E3D-CE17-7F554A4C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7A3CC-C9E0-0C52-C3A7-0A9BB8B2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D3165-9D0E-071E-BFF2-78255749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4625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E75F7-5BFD-4C9A-E71B-347B31FB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89ED4-4B25-66B3-1255-054EF07E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024AE-412F-97C1-4695-46673C89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538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EDD6-1797-9B55-646B-801409F6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FE585-DE1C-930E-97D9-F8F8E8D68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8BF6-6123-8450-45DF-BA1D4B913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7632B-BF92-8E9A-E958-D179E441B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C850D-7EF8-7C20-1B66-285E140E7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BE2D8-FD07-3A95-0DD2-BBABB8C1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190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AEC7-0C42-2F7B-BC82-8324174F8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248C10-3FED-14AF-156F-B9D1D8DA6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7630C-7E4D-FFA4-5472-EE77BD434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68BC7-6030-18A0-3831-60C4DAA372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B6813-0736-EDAF-F367-557356E9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21C3E-1648-32E3-500D-C9C82E75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46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54E9-07B4-2211-B71B-492DD27E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606A9-6297-1539-CF8D-0A70BC29E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507E-AF29-E036-843D-ADDC99AD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5572-F13F-640E-54CF-B9D3B6A3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EDC31-F0BC-0E98-3749-D8324DCF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206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14BFB-7EEC-ED3B-6A85-F6A0B8A87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0F8AE-1D40-9EF0-0C01-AE0B22DCB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F3AEA-6ACB-BE75-6EAD-2AE7654C61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1506-235E-5916-2289-E896B67B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D8EEC-0DE4-70E4-4A05-A69D946B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2089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BEAED-AA1E-4570-9020-AAD35CD8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14325E-C5EF-4B0C-AB3D-2ACB9B1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512" y="705062"/>
            <a:ext cx="11887200" cy="25288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99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F5401-4F1D-4D06-9F79-A747EF71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2" y="162107"/>
            <a:ext cx="11888976" cy="52881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681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1CFE4-7976-8BAC-930A-3219B62B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E819B-1ABE-E433-2F30-8ED6DAEC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152001"/>
            <a:ext cx="11537999" cy="480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4A20-CA05-920E-781B-0397325BE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98000"/>
            <a:ext cx="411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www.ndrwarehousing.com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EAB8-7A55-1920-D91F-5EF855AC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4798" y="6498000"/>
            <a:ext cx="27432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D3956C-39C3-F1BE-FB4D-E2EE4667251D}"/>
              </a:ext>
            </a:extLst>
          </p:cNvPr>
          <p:cNvCxnSpPr>
            <a:cxnSpLocks/>
          </p:cNvCxnSpPr>
          <p:nvPr userDrawn="1"/>
        </p:nvCxnSpPr>
        <p:spPr>
          <a:xfrm>
            <a:off x="359999" y="900000"/>
            <a:ext cx="10515601" cy="0"/>
          </a:xfrm>
          <a:prstGeom prst="line">
            <a:avLst/>
          </a:prstGeom>
          <a:ln w="12700">
            <a:solidFill>
              <a:srgbClr val="2D31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4">
            <a:extLst>
              <a:ext uri="{FF2B5EF4-FFF2-40B4-BE49-F238E27FC236}">
                <a16:creationId xmlns:a16="http://schemas.microsoft.com/office/drawing/2014/main" id="{C41B58D6-9239-F3A4-F393-8A1578D53FF8}"/>
              </a:ext>
            </a:extLst>
          </p:cNvPr>
          <p:cNvSpPr/>
          <p:nvPr userDrawn="1"/>
        </p:nvSpPr>
        <p:spPr>
          <a:xfrm>
            <a:off x="359999" y="900000"/>
            <a:ext cx="9000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56387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858095-3C19-F331-8470-C3294D4742C2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44000"/>
            <a:ext cx="11541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blue and yellow logo&#10;&#10;AI-generated content may be incorrect.">
            <a:extLst>
              <a:ext uri="{FF2B5EF4-FFF2-40B4-BE49-F238E27FC236}">
                <a16:creationId xmlns:a16="http://schemas.microsoft.com/office/drawing/2014/main" id="{3DAAA1AA-029E-FFE2-E9E0-B4202DB920D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020" y="0"/>
            <a:ext cx="1164000" cy="123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7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2D3194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1CFE4-7976-8BAC-930A-3219B62B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E819B-1ABE-E433-2F30-8ED6DAEC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152001"/>
            <a:ext cx="11537999" cy="480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B4A20-CA05-920E-781B-0397325BE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98000"/>
            <a:ext cx="411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www.ndrinvit.com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3EAB8-7A55-1920-D91F-5EF855AC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4798" y="6498000"/>
            <a:ext cx="27432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58413D1-5B0A-7241-994B-EEECE0FECBC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61634C3C-0928-7C9A-67F3-DE0E9967C65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97999" y="360000"/>
            <a:ext cx="900000" cy="404551"/>
            <a:chOff x="3369024" y="3109738"/>
            <a:chExt cx="3077882" cy="1384781"/>
          </a:xfrm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C2C13458-15D0-F24E-2656-9BDDE430BCA3}"/>
                </a:ext>
              </a:extLst>
            </p:cNvPr>
            <p:cNvGrpSpPr/>
            <p:nvPr/>
          </p:nvGrpSpPr>
          <p:grpSpPr>
            <a:xfrm>
              <a:off x="3369024" y="3109738"/>
              <a:ext cx="3077882" cy="1353006"/>
              <a:chOff x="3369024" y="3109738"/>
              <a:chExt cx="3077882" cy="1353006"/>
            </a:xfrm>
            <a:solidFill>
              <a:srgbClr val="2D368E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BA0C86F-3D95-9818-C82A-A34E8C95CC66}"/>
                  </a:ext>
                </a:extLst>
              </p:cNvPr>
              <p:cNvSpPr/>
              <p:nvPr/>
            </p:nvSpPr>
            <p:spPr>
              <a:xfrm>
                <a:off x="3369024" y="3110846"/>
                <a:ext cx="334065" cy="411238"/>
              </a:xfrm>
              <a:custGeom>
                <a:avLst/>
                <a:gdLst>
                  <a:gd name="connsiteX0" fmla="*/ 66462 w 334065"/>
                  <a:gd name="connsiteY0" fmla="*/ 411239 h 411238"/>
                  <a:gd name="connsiteX1" fmla="*/ 71447 w 334065"/>
                  <a:gd name="connsiteY1" fmla="*/ 405607 h 411238"/>
                  <a:gd name="connsiteX2" fmla="*/ 71447 w 334065"/>
                  <a:gd name="connsiteY2" fmla="*/ 159085 h 411238"/>
                  <a:gd name="connsiteX3" fmla="*/ 70893 w 334065"/>
                  <a:gd name="connsiteY3" fmla="*/ 129078 h 411238"/>
                  <a:gd name="connsiteX4" fmla="*/ 69601 w 334065"/>
                  <a:gd name="connsiteY4" fmla="*/ 103687 h 411238"/>
                  <a:gd name="connsiteX5" fmla="*/ 68308 w 334065"/>
                  <a:gd name="connsiteY5" fmla="*/ 80235 h 411238"/>
                  <a:gd name="connsiteX6" fmla="*/ 68955 w 334065"/>
                  <a:gd name="connsiteY6" fmla="*/ 80235 h 411238"/>
                  <a:gd name="connsiteX7" fmla="*/ 88063 w 334065"/>
                  <a:gd name="connsiteY7" fmla="*/ 120860 h 411238"/>
                  <a:gd name="connsiteX8" fmla="*/ 117140 w 334065"/>
                  <a:gd name="connsiteY8" fmla="*/ 177459 h 411238"/>
                  <a:gd name="connsiteX9" fmla="*/ 151479 w 334065"/>
                  <a:gd name="connsiteY9" fmla="*/ 242274 h 411238"/>
                  <a:gd name="connsiteX10" fmla="*/ 186833 w 334065"/>
                  <a:gd name="connsiteY10" fmla="*/ 307367 h 411238"/>
                  <a:gd name="connsiteX11" fmla="*/ 218126 w 334065"/>
                  <a:gd name="connsiteY11" fmla="*/ 364889 h 411238"/>
                  <a:gd name="connsiteX12" fmla="*/ 240280 w 334065"/>
                  <a:gd name="connsiteY12" fmla="*/ 406807 h 411238"/>
                  <a:gd name="connsiteX13" fmla="*/ 248403 w 334065"/>
                  <a:gd name="connsiteY13" fmla="*/ 411146 h 411238"/>
                  <a:gd name="connsiteX14" fmla="*/ 327881 w 334065"/>
                  <a:gd name="connsiteY14" fmla="*/ 411146 h 411238"/>
                  <a:gd name="connsiteX15" fmla="*/ 334066 w 334065"/>
                  <a:gd name="connsiteY15" fmla="*/ 405514 h 411238"/>
                  <a:gd name="connsiteX16" fmla="*/ 334066 w 334065"/>
                  <a:gd name="connsiteY16" fmla="*/ 5632 h 411238"/>
                  <a:gd name="connsiteX17" fmla="*/ 328435 w 334065"/>
                  <a:gd name="connsiteY17" fmla="*/ 0 h 411238"/>
                  <a:gd name="connsiteX18" fmla="*/ 268342 w 334065"/>
                  <a:gd name="connsiteY18" fmla="*/ 0 h 411238"/>
                  <a:gd name="connsiteX19" fmla="*/ 262711 w 334065"/>
                  <a:gd name="connsiteY19" fmla="*/ 4986 h 411238"/>
                  <a:gd name="connsiteX20" fmla="*/ 262711 w 334065"/>
                  <a:gd name="connsiteY20" fmla="*/ 213283 h 411238"/>
                  <a:gd name="connsiteX21" fmla="*/ 262988 w 334065"/>
                  <a:gd name="connsiteY21" fmla="*/ 250861 h 411238"/>
                  <a:gd name="connsiteX22" fmla="*/ 263634 w 334065"/>
                  <a:gd name="connsiteY22" fmla="*/ 277452 h 411238"/>
                  <a:gd name="connsiteX23" fmla="*/ 264280 w 334065"/>
                  <a:gd name="connsiteY23" fmla="*/ 296195 h 411238"/>
                  <a:gd name="connsiteX24" fmla="*/ 264557 w 334065"/>
                  <a:gd name="connsiteY24" fmla="*/ 310229 h 411238"/>
                  <a:gd name="connsiteX25" fmla="*/ 263911 w 334065"/>
                  <a:gd name="connsiteY25" fmla="*/ 310229 h 411238"/>
                  <a:gd name="connsiteX26" fmla="*/ 247295 w 334065"/>
                  <a:gd name="connsiteY26" fmla="*/ 277083 h 411238"/>
                  <a:gd name="connsiteX27" fmla="*/ 222003 w 334065"/>
                  <a:gd name="connsiteY27" fmla="*/ 228610 h 411238"/>
                  <a:gd name="connsiteX28" fmla="*/ 191079 w 334065"/>
                  <a:gd name="connsiteY28" fmla="*/ 170719 h 411238"/>
                  <a:gd name="connsiteX29" fmla="*/ 158217 w 334065"/>
                  <a:gd name="connsiteY29" fmla="*/ 110058 h 411238"/>
                  <a:gd name="connsiteX30" fmla="*/ 126648 w 334065"/>
                  <a:gd name="connsiteY30" fmla="*/ 52444 h 411238"/>
                  <a:gd name="connsiteX31" fmla="*/ 100063 w 334065"/>
                  <a:gd name="connsiteY31" fmla="*/ 4340 h 411238"/>
                  <a:gd name="connsiteX32" fmla="*/ 97570 w 334065"/>
                  <a:gd name="connsiteY32" fmla="*/ 923 h 411238"/>
                  <a:gd name="connsiteX33" fmla="*/ 92586 w 334065"/>
                  <a:gd name="connsiteY33" fmla="*/ 0 h 411238"/>
                  <a:gd name="connsiteX34" fmla="*/ 4339 w 334065"/>
                  <a:gd name="connsiteY34" fmla="*/ 0 h 411238"/>
                  <a:gd name="connsiteX35" fmla="*/ 0 w 334065"/>
                  <a:gd name="connsiteY35" fmla="*/ 4340 h 411238"/>
                  <a:gd name="connsiteX36" fmla="*/ 0 w 334065"/>
                  <a:gd name="connsiteY36" fmla="*/ 405422 h 411238"/>
                  <a:gd name="connsiteX37" fmla="*/ 1292 w 334065"/>
                  <a:gd name="connsiteY37" fmla="*/ 410131 h 411238"/>
                  <a:gd name="connsiteX38" fmla="*/ 5631 w 334065"/>
                  <a:gd name="connsiteY38" fmla="*/ 411054 h 411238"/>
                  <a:gd name="connsiteX39" fmla="*/ 66278 w 334065"/>
                  <a:gd name="connsiteY39" fmla="*/ 411054 h 411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334065" h="411238">
                    <a:moveTo>
                      <a:pt x="66462" y="411239"/>
                    </a:moveTo>
                    <a:cubicBezTo>
                      <a:pt x="69785" y="411239"/>
                      <a:pt x="71447" y="409392"/>
                      <a:pt x="71447" y="405607"/>
                    </a:cubicBezTo>
                    <a:lnTo>
                      <a:pt x="71447" y="159085"/>
                    </a:lnTo>
                    <a:cubicBezTo>
                      <a:pt x="71447" y="148282"/>
                      <a:pt x="71262" y="138218"/>
                      <a:pt x="70893" y="129078"/>
                    </a:cubicBezTo>
                    <a:cubicBezTo>
                      <a:pt x="70432" y="119845"/>
                      <a:pt x="70062" y="111443"/>
                      <a:pt x="69601" y="103687"/>
                    </a:cubicBezTo>
                    <a:cubicBezTo>
                      <a:pt x="69139" y="95931"/>
                      <a:pt x="68770" y="88175"/>
                      <a:pt x="68308" y="80235"/>
                    </a:cubicBezTo>
                    <a:lnTo>
                      <a:pt x="68955" y="80235"/>
                    </a:lnTo>
                    <a:cubicBezTo>
                      <a:pt x="73109" y="90299"/>
                      <a:pt x="79478" y="103779"/>
                      <a:pt x="88063" y="120860"/>
                    </a:cubicBezTo>
                    <a:cubicBezTo>
                      <a:pt x="96647" y="137941"/>
                      <a:pt x="106340" y="156869"/>
                      <a:pt x="117140" y="177459"/>
                    </a:cubicBezTo>
                    <a:cubicBezTo>
                      <a:pt x="127940" y="198141"/>
                      <a:pt x="139478" y="219654"/>
                      <a:pt x="151479" y="242274"/>
                    </a:cubicBezTo>
                    <a:cubicBezTo>
                      <a:pt x="163571" y="264803"/>
                      <a:pt x="175387" y="286501"/>
                      <a:pt x="186833" y="307367"/>
                    </a:cubicBezTo>
                    <a:cubicBezTo>
                      <a:pt x="198279" y="328234"/>
                      <a:pt x="208710" y="347439"/>
                      <a:pt x="218126" y="364889"/>
                    </a:cubicBezTo>
                    <a:cubicBezTo>
                      <a:pt x="227541" y="382432"/>
                      <a:pt x="234926" y="396374"/>
                      <a:pt x="240280" y="406807"/>
                    </a:cubicBezTo>
                    <a:cubicBezTo>
                      <a:pt x="241941" y="409761"/>
                      <a:pt x="244711" y="411146"/>
                      <a:pt x="248403" y="411146"/>
                    </a:cubicBezTo>
                    <a:lnTo>
                      <a:pt x="327881" y="411146"/>
                    </a:lnTo>
                    <a:cubicBezTo>
                      <a:pt x="332035" y="411146"/>
                      <a:pt x="334066" y="409300"/>
                      <a:pt x="334066" y="405514"/>
                    </a:cubicBezTo>
                    <a:lnTo>
                      <a:pt x="334066" y="5632"/>
                    </a:lnTo>
                    <a:cubicBezTo>
                      <a:pt x="334066" y="1939"/>
                      <a:pt x="332219" y="0"/>
                      <a:pt x="328435" y="0"/>
                    </a:cubicBezTo>
                    <a:lnTo>
                      <a:pt x="268342" y="0"/>
                    </a:lnTo>
                    <a:cubicBezTo>
                      <a:pt x="264557" y="0"/>
                      <a:pt x="262711" y="1662"/>
                      <a:pt x="262711" y="4986"/>
                    </a:cubicBezTo>
                    <a:lnTo>
                      <a:pt x="262711" y="213283"/>
                    </a:lnTo>
                    <a:cubicBezTo>
                      <a:pt x="262711" y="227871"/>
                      <a:pt x="262803" y="240428"/>
                      <a:pt x="262988" y="250861"/>
                    </a:cubicBezTo>
                    <a:cubicBezTo>
                      <a:pt x="263172" y="261294"/>
                      <a:pt x="263449" y="270158"/>
                      <a:pt x="263634" y="277452"/>
                    </a:cubicBezTo>
                    <a:cubicBezTo>
                      <a:pt x="263818" y="284746"/>
                      <a:pt x="264095" y="291025"/>
                      <a:pt x="264280" y="296195"/>
                    </a:cubicBezTo>
                    <a:cubicBezTo>
                      <a:pt x="264465" y="301366"/>
                      <a:pt x="264557" y="306075"/>
                      <a:pt x="264557" y="310229"/>
                    </a:cubicBezTo>
                    <a:lnTo>
                      <a:pt x="263911" y="310229"/>
                    </a:lnTo>
                    <a:cubicBezTo>
                      <a:pt x="260126" y="302289"/>
                      <a:pt x="254680" y="291209"/>
                      <a:pt x="247295" y="277083"/>
                    </a:cubicBezTo>
                    <a:cubicBezTo>
                      <a:pt x="240003" y="262864"/>
                      <a:pt x="231603" y="246706"/>
                      <a:pt x="222003" y="228610"/>
                    </a:cubicBezTo>
                    <a:cubicBezTo>
                      <a:pt x="212403" y="210513"/>
                      <a:pt x="202064" y="191124"/>
                      <a:pt x="191079" y="170719"/>
                    </a:cubicBezTo>
                    <a:cubicBezTo>
                      <a:pt x="180002" y="150314"/>
                      <a:pt x="169110" y="130093"/>
                      <a:pt x="158217" y="110058"/>
                    </a:cubicBezTo>
                    <a:cubicBezTo>
                      <a:pt x="147325" y="90022"/>
                      <a:pt x="136802" y="70817"/>
                      <a:pt x="126648" y="52444"/>
                    </a:cubicBezTo>
                    <a:cubicBezTo>
                      <a:pt x="116401" y="34070"/>
                      <a:pt x="107540" y="18097"/>
                      <a:pt x="100063" y="4340"/>
                    </a:cubicBezTo>
                    <a:cubicBezTo>
                      <a:pt x="99232" y="2678"/>
                      <a:pt x="98401" y="1477"/>
                      <a:pt x="97570" y="923"/>
                    </a:cubicBezTo>
                    <a:cubicBezTo>
                      <a:pt x="96740" y="277"/>
                      <a:pt x="95078" y="0"/>
                      <a:pt x="92586" y="0"/>
                    </a:cubicBezTo>
                    <a:lnTo>
                      <a:pt x="4339" y="0"/>
                    </a:lnTo>
                    <a:cubicBezTo>
                      <a:pt x="1385" y="0"/>
                      <a:pt x="0" y="1477"/>
                      <a:pt x="0" y="4340"/>
                    </a:cubicBezTo>
                    <a:lnTo>
                      <a:pt x="0" y="405422"/>
                    </a:lnTo>
                    <a:cubicBezTo>
                      <a:pt x="0" y="407915"/>
                      <a:pt x="462" y="409484"/>
                      <a:pt x="1292" y="410131"/>
                    </a:cubicBezTo>
                    <a:cubicBezTo>
                      <a:pt x="2123" y="410685"/>
                      <a:pt x="3600" y="411054"/>
                      <a:pt x="5631" y="411054"/>
                    </a:cubicBezTo>
                    <a:lnTo>
                      <a:pt x="66278" y="411054"/>
                    </a:ln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BADC51C-3C4E-5947-9B9E-5BCC025C6069}"/>
                  </a:ext>
                </a:extLst>
              </p:cNvPr>
              <p:cNvSpPr/>
              <p:nvPr/>
            </p:nvSpPr>
            <p:spPr>
              <a:xfrm>
                <a:off x="3771398" y="3109738"/>
                <a:ext cx="343480" cy="413454"/>
              </a:xfrm>
              <a:custGeom>
                <a:avLst/>
                <a:gdLst>
                  <a:gd name="connsiteX0" fmla="*/ 323727 w 343480"/>
                  <a:gd name="connsiteY0" fmla="*/ 297488 h 413454"/>
                  <a:gd name="connsiteX1" fmla="*/ 343481 w 343480"/>
                  <a:gd name="connsiteY1" fmla="*/ 199526 h 413454"/>
                  <a:gd name="connsiteX2" fmla="*/ 329727 w 343480"/>
                  <a:gd name="connsiteY2" fmla="*/ 119106 h 413454"/>
                  <a:gd name="connsiteX3" fmla="*/ 288096 w 343480"/>
                  <a:gd name="connsiteY3" fmla="*/ 55952 h 413454"/>
                  <a:gd name="connsiteX4" fmla="*/ 218956 w 343480"/>
                  <a:gd name="connsiteY4" fmla="*/ 14680 h 413454"/>
                  <a:gd name="connsiteX5" fmla="*/ 122586 w 343480"/>
                  <a:gd name="connsiteY5" fmla="*/ 0 h 413454"/>
                  <a:gd name="connsiteX6" fmla="*/ 48739 w 343480"/>
                  <a:gd name="connsiteY6" fmla="*/ 554 h 413454"/>
                  <a:gd name="connsiteX7" fmla="*/ 4339 w 343480"/>
                  <a:gd name="connsiteY7" fmla="*/ 1847 h 413454"/>
                  <a:gd name="connsiteX8" fmla="*/ 0 w 343480"/>
                  <a:gd name="connsiteY8" fmla="*/ 6832 h 413454"/>
                  <a:gd name="connsiteX9" fmla="*/ 0 w 343480"/>
                  <a:gd name="connsiteY9" fmla="*/ 406622 h 413454"/>
                  <a:gd name="connsiteX10" fmla="*/ 4339 w 343480"/>
                  <a:gd name="connsiteY10" fmla="*/ 412254 h 413454"/>
                  <a:gd name="connsiteX11" fmla="*/ 25662 w 343480"/>
                  <a:gd name="connsiteY11" fmla="*/ 413178 h 413454"/>
                  <a:gd name="connsiteX12" fmla="*/ 55662 w 343480"/>
                  <a:gd name="connsiteY12" fmla="*/ 413455 h 413454"/>
                  <a:gd name="connsiteX13" fmla="*/ 121386 w 343480"/>
                  <a:gd name="connsiteY13" fmla="*/ 413455 h 413454"/>
                  <a:gd name="connsiteX14" fmla="*/ 200495 w 343480"/>
                  <a:gd name="connsiteY14" fmla="*/ 401544 h 413454"/>
                  <a:gd name="connsiteX15" fmla="*/ 272126 w 343480"/>
                  <a:gd name="connsiteY15" fmla="*/ 363689 h 413454"/>
                  <a:gd name="connsiteX16" fmla="*/ 323727 w 343480"/>
                  <a:gd name="connsiteY16" fmla="*/ 297396 h 413454"/>
                  <a:gd name="connsiteX17" fmla="*/ 255234 w 343480"/>
                  <a:gd name="connsiteY17" fmla="*/ 264341 h 413454"/>
                  <a:gd name="connsiteX18" fmla="*/ 225233 w 343480"/>
                  <a:gd name="connsiteY18" fmla="*/ 310322 h 413454"/>
                  <a:gd name="connsiteX19" fmla="*/ 178618 w 343480"/>
                  <a:gd name="connsiteY19" fmla="*/ 338482 h 413454"/>
                  <a:gd name="connsiteX20" fmla="*/ 118248 w 343480"/>
                  <a:gd name="connsiteY20" fmla="*/ 347900 h 413454"/>
                  <a:gd name="connsiteX21" fmla="*/ 95447 w 343480"/>
                  <a:gd name="connsiteY21" fmla="*/ 347900 h 413454"/>
                  <a:gd name="connsiteX22" fmla="*/ 75785 w 343480"/>
                  <a:gd name="connsiteY22" fmla="*/ 347346 h 413454"/>
                  <a:gd name="connsiteX23" fmla="*/ 75785 w 343480"/>
                  <a:gd name="connsiteY23" fmla="*/ 67032 h 413454"/>
                  <a:gd name="connsiteX24" fmla="*/ 98032 w 343480"/>
                  <a:gd name="connsiteY24" fmla="*/ 66108 h 413454"/>
                  <a:gd name="connsiteX25" fmla="*/ 122125 w 343480"/>
                  <a:gd name="connsiteY25" fmla="*/ 65831 h 413454"/>
                  <a:gd name="connsiteX26" fmla="*/ 180279 w 343480"/>
                  <a:gd name="connsiteY26" fmla="*/ 74326 h 413454"/>
                  <a:gd name="connsiteX27" fmla="*/ 225603 w 343480"/>
                  <a:gd name="connsiteY27" fmla="*/ 99624 h 413454"/>
                  <a:gd name="connsiteX28" fmla="*/ 255326 w 343480"/>
                  <a:gd name="connsiteY28" fmla="*/ 142188 h 413454"/>
                  <a:gd name="connsiteX29" fmla="*/ 265942 w 343480"/>
                  <a:gd name="connsiteY29" fmla="*/ 201649 h 413454"/>
                  <a:gd name="connsiteX30" fmla="*/ 255326 w 343480"/>
                  <a:gd name="connsiteY30" fmla="*/ 264526 h 413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43480" h="413454">
                    <a:moveTo>
                      <a:pt x="323727" y="297488"/>
                    </a:moveTo>
                    <a:cubicBezTo>
                      <a:pt x="336927" y="270527"/>
                      <a:pt x="343481" y="237935"/>
                      <a:pt x="343481" y="199526"/>
                    </a:cubicBezTo>
                    <a:cubicBezTo>
                      <a:pt x="343481" y="170349"/>
                      <a:pt x="338865" y="143573"/>
                      <a:pt x="329727" y="119106"/>
                    </a:cubicBezTo>
                    <a:cubicBezTo>
                      <a:pt x="320496" y="94731"/>
                      <a:pt x="306650" y="73679"/>
                      <a:pt x="288096" y="55952"/>
                    </a:cubicBezTo>
                    <a:cubicBezTo>
                      <a:pt x="269542" y="38225"/>
                      <a:pt x="246465" y="24467"/>
                      <a:pt x="218956" y="14680"/>
                    </a:cubicBezTo>
                    <a:cubicBezTo>
                      <a:pt x="191356" y="4893"/>
                      <a:pt x="159325" y="0"/>
                      <a:pt x="122586" y="0"/>
                    </a:cubicBezTo>
                    <a:cubicBezTo>
                      <a:pt x="93786" y="0"/>
                      <a:pt x="69232" y="185"/>
                      <a:pt x="48739" y="554"/>
                    </a:cubicBezTo>
                    <a:cubicBezTo>
                      <a:pt x="28339" y="1016"/>
                      <a:pt x="13477" y="1385"/>
                      <a:pt x="4339" y="1847"/>
                    </a:cubicBezTo>
                    <a:cubicBezTo>
                      <a:pt x="1385" y="2308"/>
                      <a:pt x="0" y="3970"/>
                      <a:pt x="0" y="6832"/>
                    </a:cubicBezTo>
                    <a:lnTo>
                      <a:pt x="0" y="406622"/>
                    </a:lnTo>
                    <a:cubicBezTo>
                      <a:pt x="0" y="410408"/>
                      <a:pt x="1477" y="412254"/>
                      <a:pt x="4339" y="412254"/>
                    </a:cubicBezTo>
                    <a:cubicBezTo>
                      <a:pt x="9323" y="412716"/>
                      <a:pt x="16431" y="412993"/>
                      <a:pt x="25662" y="413178"/>
                    </a:cubicBezTo>
                    <a:cubicBezTo>
                      <a:pt x="34800" y="413362"/>
                      <a:pt x="44862" y="413455"/>
                      <a:pt x="55662" y="413455"/>
                    </a:cubicBezTo>
                    <a:lnTo>
                      <a:pt x="121386" y="413455"/>
                    </a:lnTo>
                    <a:cubicBezTo>
                      <a:pt x="147694" y="413455"/>
                      <a:pt x="174002" y="409484"/>
                      <a:pt x="200495" y="401544"/>
                    </a:cubicBezTo>
                    <a:cubicBezTo>
                      <a:pt x="226987" y="393603"/>
                      <a:pt x="250803" y="381047"/>
                      <a:pt x="272126" y="363689"/>
                    </a:cubicBezTo>
                    <a:cubicBezTo>
                      <a:pt x="293357" y="346423"/>
                      <a:pt x="310619" y="324264"/>
                      <a:pt x="323727" y="297396"/>
                    </a:cubicBezTo>
                    <a:close/>
                    <a:moveTo>
                      <a:pt x="255234" y="264341"/>
                    </a:moveTo>
                    <a:cubicBezTo>
                      <a:pt x="248126" y="282530"/>
                      <a:pt x="238157" y="297857"/>
                      <a:pt x="225233" y="310322"/>
                    </a:cubicBezTo>
                    <a:cubicBezTo>
                      <a:pt x="212310" y="322786"/>
                      <a:pt x="196802" y="332204"/>
                      <a:pt x="178618" y="338482"/>
                    </a:cubicBezTo>
                    <a:cubicBezTo>
                      <a:pt x="160525" y="344761"/>
                      <a:pt x="140309" y="347900"/>
                      <a:pt x="118248" y="347900"/>
                    </a:cubicBezTo>
                    <a:lnTo>
                      <a:pt x="95447" y="347900"/>
                    </a:lnTo>
                    <a:cubicBezTo>
                      <a:pt x="88616" y="347900"/>
                      <a:pt x="81970" y="347715"/>
                      <a:pt x="75785" y="347346"/>
                    </a:cubicBezTo>
                    <a:lnTo>
                      <a:pt x="75785" y="67032"/>
                    </a:lnTo>
                    <a:cubicBezTo>
                      <a:pt x="83262" y="66662"/>
                      <a:pt x="90647" y="66293"/>
                      <a:pt x="98032" y="66108"/>
                    </a:cubicBezTo>
                    <a:cubicBezTo>
                      <a:pt x="105324" y="65924"/>
                      <a:pt x="113355" y="65831"/>
                      <a:pt x="122125" y="65831"/>
                    </a:cubicBezTo>
                    <a:cubicBezTo>
                      <a:pt x="143448" y="65831"/>
                      <a:pt x="162740" y="68601"/>
                      <a:pt x="180279" y="74326"/>
                    </a:cubicBezTo>
                    <a:cubicBezTo>
                      <a:pt x="197818" y="79958"/>
                      <a:pt x="212956" y="88360"/>
                      <a:pt x="225603" y="99624"/>
                    </a:cubicBezTo>
                    <a:cubicBezTo>
                      <a:pt x="238341" y="110888"/>
                      <a:pt x="248218" y="125107"/>
                      <a:pt x="255326" y="142188"/>
                    </a:cubicBezTo>
                    <a:cubicBezTo>
                      <a:pt x="262434" y="159270"/>
                      <a:pt x="265942" y="179120"/>
                      <a:pt x="265942" y="201649"/>
                    </a:cubicBezTo>
                    <a:cubicBezTo>
                      <a:pt x="265942" y="225378"/>
                      <a:pt x="262434" y="246429"/>
                      <a:pt x="255326" y="264526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89B32EE-49D4-8868-BDA3-E52AA987439D}"/>
                  </a:ext>
                </a:extLst>
              </p:cNvPr>
              <p:cNvSpPr/>
              <p:nvPr/>
            </p:nvSpPr>
            <p:spPr>
              <a:xfrm>
                <a:off x="4159002" y="3109831"/>
                <a:ext cx="321771" cy="412254"/>
              </a:xfrm>
              <a:custGeom>
                <a:avLst/>
                <a:gdLst>
                  <a:gd name="connsiteX0" fmla="*/ 5262 w 321771"/>
                  <a:gd name="connsiteY0" fmla="*/ 412162 h 412254"/>
                  <a:gd name="connsiteX1" fmla="*/ 69693 w 321771"/>
                  <a:gd name="connsiteY1" fmla="*/ 412162 h 412254"/>
                  <a:gd name="connsiteX2" fmla="*/ 74678 w 321771"/>
                  <a:gd name="connsiteY2" fmla="*/ 407176 h 412254"/>
                  <a:gd name="connsiteX3" fmla="*/ 74678 w 321771"/>
                  <a:gd name="connsiteY3" fmla="*/ 254554 h 412254"/>
                  <a:gd name="connsiteX4" fmla="*/ 128494 w 321771"/>
                  <a:gd name="connsiteY4" fmla="*/ 254554 h 412254"/>
                  <a:gd name="connsiteX5" fmla="*/ 136617 w 321771"/>
                  <a:gd name="connsiteY5" fmla="*/ 257047 h 412254"/>
                  <a:gd name="connsiteX6" fmla="*/ 142894 w 321771"/>
                  <a:gd name="connsiteY6" fmla="*/ 265172 h 412254"/>
                  <a:gd name="connsiteX7" fmla="*/ 165694 w 321771"/>
                  <a:gd name="connsiteY7" fmla="*/ 302104 h 412254"/>
                  <a:gd name="connsiteX8" fmla="*/ 190987 w 321771"/>
                  <a:gd name="connsiteY8" fmla="*/ 343099 h 412254"/>
                  <a:gd name="connsiteX9" fmla="*/ 214433 w 321771"/>
                  <a:gd name="connsiteY9" fmla="*/ 380954 h 412254"/>
                  <a:gd name="connsiteX10" fmla="*/ 232249 w 321771"/>
                  <a:gd name="connsiteY10" fmla="*/ 409115 h 412254"/>
                  <a:gd name="connsiteX11" fmla="*/ 235387 w 321771"/>
                  <a:gd name="connsiteY11" fmla="*/ 411331 h 412254"/>
                  <a:gd name="connsiteX12" fmla="*/ 241018 w 321771"/>
                  <a:gd name="connsiteY12" fmla="*/ 412254 h 412254"/>
                  <a:gd name="connsiteX13" fmla="*/ 319204 w 321771"/>
                  <a:gd name="connsiteY13" fmla="*/ 412254 h 412254"/>
                  <a:gd name="connsiteX14" fmla="*/ 320496 w 321771"/>
                  <a:gd name="connsiteY14" fmla="*/ 405422 h 412254"/>
                  <a:gd name="connsiteX15" fmla="*/ 307388 w 321771"/>
                  <a:gd name="connsiteY15" fmla="*/ 383817 h 412254"/>
                  <a:gd name="connsiteX16" fmla="*/ 287634 w 321771"/>
                  <a:gd name="connsiteY16" fmla="*/ 353163 h 412254"/>
                  <a:gd name="connsiteX17" fmla="*/ 264465 w 321771"/>
                  <a:gd name="connsiteY17" fmla="*/ 318447 h 412254"/>
                  <a:gd name="connsiteX18" fmla="*/ 241295 w 321771"/>
                  <a:gd name="connsiteY18" fmla="*/ 283731 h 412254"/>
                  <a:gd name="connsiteX19" fmla="*/ 220987 w 321771"/>
                  <a:gd name="connsiteY19" fmla="*/ 254000 h 412254"/>
                  <a:gd name="connsiteX20" fmla="*/ 206587 w 321771"/>
                  <a:gd name="connsiteY20" fmla="*/ 233318 h 412254"/>
                  <a:gd name="connsiteX21" fmla="*/ 264096 w 321771"/>
                  <a:gd name="connsiteY21" fmla="*/ 192693 h 412254"/>
                  <a:gd name="connsiteX22" fmla="*/ 287265 w 321771"/>
                  <a:gd name="connsiteY22" fmla="*/ 123261 h 412254"/>
                  <a:gd name="connsiteX23" fmla="*/ 245634 w 321771"/>
                  <a:gd name="connsiteY23" fmla="*/ 31300 h 412254"/>
                  <a:gd name="connsiteX24" fmla="*/ 128309 w 321771"/>
                  <a:gd name="connsiteY24" fmla="*/ 0 h 412254"/>
                  <a:gd name="connsiteX25" fmla="*/ 95448 w 321771"/>
                  <a:gd name="connsiteY25" fmla="*/ 0 h 412254"/>
                  <a:gd name="connsiteX26" fmla="*/ 66647 w 321771"/>
                  <a:gd name="connsiteY26" fmla="*/ 277 h 412254"/>
                  <a:gd name="connsiteX27" fmla="*/ 37847 w 321771"/>
                  <a:gd name="connsiteY27" fmla="*/ 923 h 412254"/>
                  <a:gd name="connsiteX28" fmla="*/ 4339 w 321771"/>
                  <a:gd name="connsiteY28" fmla="*/ 1847 h 412254"/>
                  <a:gd name="connsiteX29" fmla="*/ 0 w 321771"/>
                  <a:gd name="connsiteY29" fmla="*/ 7479 h 412254"/>
                  <a:gd name="connsiteX30" fmla="*/ 0 w 321771"/>
                  <a:gd name="connsiteY30" fmla="*/ 407269 h 412254"/>
                  <a:gd name="connsiteX31" fmla="*/ 4985 w 321771"/>
                  <a:gd name="connsiteY31" fmla="*/ 412254 h 412254"/>
                  <a:gd name="connsiteX32" fmla="*/ 74678 w 321771"/>
                  <a:gd name="connsiteY32" fmla="*/ 66847 h 412254"/>
                  <a:gd name="connsiteX33" fmla="*/ 96001 w 321771"/>
                  <a:gd name="connsiteY33" fmla="*/ 65924 h 412254"/>
                  <a:gd name="connsiteX34" fmla="*/ 126002 w 321771"/>
                  <a:gd name="connsiteY34" fmla="*/ 65647 h 412254"/>
                  <a:gd name="connsiteX35" fmla="*/ 189141 w 321771"/>
                  <a:gd name="connsiteY35" fmla="*/ 80974 h 412254"/>
                  <a:gd name="connsiteX36" fmla="*/ 212310 w 321771"/>
                  <a:gd name="connsiteY36" fmla="*/ 127600 h 412254"/>
                  <a:gd name="connsiteX37" fmla="*/ 189787 w 321771"/>
                  <a:gd name="connsiteY37" fmla="*/ 173858 h 412254"/>
                  <a:gd name="connsiteX38" fmla="*/ 129140 w 321771"/>
                  <a:gd name="connsiteY38" fmla="*/ 190108 h 412254"/>
                  <a:gd name="connsiteX39" fmla="*/ 74770 w 321771"/>
                  <a:gd name="connsiteY39" fmla="*/ 190108 h 412254"/>
                  <a:gd name="connsiteX40" fmla="*/ 74770 w 321771"/>
                  <a:gd name="connsiteY40" fmla="*/ 66847 h 412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21771" h="412254">
                    <a:moveTo>
                      <a:pt x="5262" y="412162"/>
                    </a:moveTo>
                    <a:lnTo>
                      <a:pt x="69693" y="412162"/>
                    </a:lnTo>
                    <a:cubicBezTo>
                      <a:pt x="73016" y="412162"/>
                      <a:pt x="74678" y="410500"/>
                      <a:pt x="74678" y="407176"/>
                    </a:cubicBezTo>
                    <a:lnTo>
                      <a:pt x="74678" y="254554"/>
                    </a:lnTo>
                    <a:lnTo>
                      <a:pt x="128494" y="254554"/>
                    </a:lnTo>
                    <a:cubicBezTo>
                      <a:pt x="131817" y="254554"/>
                      <a:pt x="134494" y="255385"/>
                      <a:pt x="136617" y="257047"/>
                    </a:cubicBezTo>
                    <a:cubicBezTo>
                      <a:pt x="138740" y="258709"/>
                      <a:pt x="140771" y="261387"/>
                      <a:pt x="142894" y="265172"/>
                    </a:cubicBezTo>
                    <a:cubicBezTo>
                      <a:pt x="149540" y="276067"/>
                      <a:pt x="157202" y="288347"/>
                      <a:pt x="165694" y="302104"/>
                    </a:cubicBezTo>
                    <a:cubicBezTo>
                      <a:pt x="174187" y="315861"/>
                      <a:pt x="182679" y="329526"/>
                      <a:pt x="190987" y="343099"/>
                    </a:cubicBezTo>
                    <a:cubicBezTo>
                      <a:pt x="199387" y="356671"/>
                      <a:pt x="207141" y="369321"/>
                      <a:pt x="214433" y="380954"/>
                    </a:cubicBezTo>
                    <a:cubicBezTo>
                      <a:pt x="221726" y="392588"/>
                      <a:pt x="227634" y="402006"/>
                      <a:pt x="232249" y="409115"/>
                    </a:cubicBezTo>
                    <a:cubicBezTo>
                      <a:pt x="233080" y="409946"/>
                      <a:pt x="234095" y="410685"/>
                      <a:pt x="235387" y="411331"/>
                    </a:cubicBezTo>
                    <a:cubicBezTo>
                      <a:pt x="236587" y="411977"/>
                      <a:pt x="238526" y="412254"/>
                      <a:pt x="241018" y="412254"/>
                    </a:cubicBezTo>
                    <a:lnTo>
                      <a:pt x="319204" y="412254"/>
                    </a:lnTo>
                    <a:cubicBezTo>
                      <a:pt x="322158" y="412254"/>
                      <a:pt x="322527" y="409946"/>
                      <a:pt x="320496" y="405422"/>
                    </a:cubicBezTo>
                    <a:cubicBezTo>
                      <a:pt x="317542" y="400436"/>
                      <a:pt x="313204" y="393234"/>
                      <a:pt x="307388" y="383817"/>
                    </a:cubicBezTo>
                    <a:cubicBezTo>
                      <a:pt x="301573" y="374399"/>
                      <a:pt x="294927" y="364243"/>
                      <a:pt x="287634" y="353163"/>
                    </a:cubicBezTo>
                    <a:cubicBezTo>
                      <a:pt x="280342" y="342083"/>
                      <a:pt x="272588" y="330542"/>
                      <a:pt x="264465" y="318447"/>
                    </a:cubicBezTo>
                    <a:cubicBezTo>
                      <a:pt x="256342" y="306352"/>
                      <a:pt x="248588" y="294810"/>
                      <a:pt x="241295" y="283731"/>
                    </a:cubicBezTo>
                    <a:cubicBezTo>
                      <a:pt x="234003" y="272651"/>
                      <a:pt x="227264" y="262772"/>
                      <a:pt x="220987" y="254000"/>
                    </a:cubicBezTo>
                    <a:cubicBezTo>
                      <a:pt x="214710" y="245229"/>
                      <a:pt x="209910" y="238397"/>
                      <a:pt x="206587" y="233318"/>
                    </a:cubicBezTo>
                    <a:cubicBezTo>
                      <a:pt x="229480" y="225009"/>
                      <a:pt x="248680" y="211436"/>
                      <a:pt x="264096" y="192693"/>
                    </a:cubicBezTo>
                    <a:cubicBezTo>
                      <a:pt x="279511" y="173950"/>
                      <a:pt x="287265" y="150775"/>
                      <a:pt x="287265" y="123261"/>
                    </a:cubicBezTo>
                    <a:cubicBezTo>
                      <a:pt x="287265" y="82820"/>
                      <a:pt x="273419" y="52167"/>
                      <a:pt x="245634" y="31300"/>
                    </a:cubicBezTo>
                    <a:cubicBezTo>
                      <a:pt x="217849" y="10526"/>
                      <a:pt x="178802" y="0"/>
                      <a:pt x="128309" y="0"/>
                    </a:cubicBezTo>
                    <a:lnTo>
                      <a:pt x="95448" y="0"/>
                    </a:lnTo>
                    <a:cubicBezTo>
                      <a:pt x="85663" y="0"/>
                      <a:pt x="76063" y="92"/>
                      <a:pt x="66647" y="277"/>
                    </a:cubicBezTo>
                    <a:cubicBezTo>
                      <a:pt x="57232" y="462"/>
                      <a:pt x="47631" y="739"/>
                      <a:pt x="37847" y="923"/>
                    </a:cubicBezTo>
                    <a:cubicBezTo>
                      <a:pt x="28062" y="1108"/>
                      <a:pt x="16893" y="1477"/>
                      <a:pt x="4339" y="1847"/>
                    </a:cubicBezTo>
                    <a:cubicBezTo>
                      <a:pt x="1385" y="1847"/>
                      <a:pt x="0" y="3693"/>
                      <a:pt x="0" y="7479"/>
                    </a:cubicBezTo>
                    <a:lnTo>
                      <a:pt x="0" y="407269"/>
                    </a:lnTo>
                    <a:cubicBezTo>
                      <a:pt x="0" y="410592"/>
                      <a:pt x="1662" y="412254"/>
                      <a:pt x="4985" y="412254"/>
                    </a:cubicBezTo>
                    <a:close/>
                    <a:moveTo>
                      <a:pt x="74678" y="66847"/>
                    </a:moveTo>
                    <a:cubicBezTo>
                      <a:pt x="79663" y="66385"/>
                      <a:pt x="86770" y="66108"/>
                      <a:pt x="96001" y="65924"/>
                    </a:cubicBezTo>
                    <a:cubicBezTo>
                      <a:pt x="105140" y="65739"/>
                      <a:pt x="115109" y="65647"/>
                      <a:pt x="126002" y="65647"/>
                    </a:cubicBezTo>
                    <a:cubicBezTo>
                      <a:pt x="152679" y="65647"/>
                      <a:pt x="173725" y="70725"/>
                      <a:pt x="189141" y="80974"/>
                    </a:cubicBezTo>
                    <a:cubicBezTo>
                      <a:pt x="204556" y="91222"/>
                      <a:pt x="212310" y="106734"/>
                      <a:pt x="212310" y="127600"/>
                    </a:cubicBezTo>
                    <a:cubicBezTo>
                      <a:pt x="212310" y="148467"/>
                      <a:pt x="204833" y="163055"/>
                      <a:pt x="189787" y="173858"/>
                    </a:cubicBezTo>
                    <a:cubicBezTo>
                      <a:pt x="174741" y="184660"/>
                      <a:pt x="154525" y="190108"/>
                      <a:pt x="129140" y="190108"/>
                    </a:cubicBezTo>
                    <a:lnTo>
                      <a:pt x="74770" y="190108"/>
                    </a:lnTo>
                    <a:lnTo>
                      <a:pt x="74770" y="66847"/>
                    </a:ln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13C5F53-0102-B15D-09C1-3535D08D8E50}"/>
                  </a:ext>
                </a:extLst>
              </p:cNvPr>
              <p:cNvSpPr/>
              <p:nvPr/>
            </p:nvSpPr>
            <p:spPr>
              <a:xfrm>
                <a:off x="4619623" y="3111031"/>
                <a:ext cx="75693" cy="411053"/>
              </a:xfrm>
              <a:custGeom>
                <a:avLst/>
                <a:gdLst>
                  <a:gd name="connsiteX0" fmla="*/ 75693 w 75693"/>
                  <a:gd name="connsiteY0" fmla="*/ 405422 h 411053"/>
                  <a:gd name="connsiteX1" fmla="*/ 75693 w 75693"/>
                  <a:gd name="connsiteY1" fmla="*/ 4986 h 411053"/>
                  <a:gd name="connsiteX2" fmla="*/ 70708 w 75693"/>
                  <a:gd name="connsiteY2" fmla="*/ 0 h 411053"/>
                  <a:gd name="connsiteX3" fmla="*/ 4984 w 75693"/>
                  <a:gd name="connsiteY3" fmla="*/ 0 h 411053"/>
                  <a:gd name="connsiteX4" fmla="*/ 0 w 75693"/>
                  <a:gd name="connsiteY4" fmla="*/ 4986 h 411053"/>
                  <a:gd name="connsiteX5" fmla="*/ 0 w 75693"/>
                  <a:gd name="connsiteY5" fmla="*/ 405422 h 411053"/>
                  <a:gd name="connsiteX6" fmla="*/ 4984 w 75693"/>
                  <a:gd name="connsiteY6" fmla="*/ 411054 h 411053"/>
                  <a:gd name="connsiteX7" fmla="*/ 70708 w 75693"/>
                  <a:gd name="connsiteY7" fmla="*/ 411054 h 411053"/>
                  <a:gd name="connsiteX8" fmla="*/ 75693 w 75693"/>
                  <a:gd name="connsiteY8" fmla="*/ 405422 h 411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93" h="411053">
                    <a:moveTo>
                      <a:pt x="75693" y="405422"/>
                    </a:moveTo>
                    <a:lnTo>
                      <a:pt x="75693" y="4986"/>
                    </a:lnTo>
                    <a:cubicBezTo>
                      <a:pt x="75693" y="1662"/>
                      <a:pt x="74032" y="0"/>
                      <a:pt x="70708" y="0"/>
                    </a:cubicBezTo>
                    <a:lnTo>
                      <a:pt x="4984" y="0"/>
                    </a:lnTo>
                    <a:cubicBezTo>
                      <a:pt x="1661" y="0"/>
                      <a:pt x="0" y="1662"/>
                      <a:pt x="0" y="4986"/>
                    </a:cubicBezTo>
                    <a:lnTo>
                      <a:pt x="0" y="405422"/>
                    </a:lnTo>
                    <a:cubicBezTo>
                      <a:pt x="0" y="409207"/>
                      <a:pt x="1661" y="411054"/>
                      <a:pt x="4984" y="411054"/>
                    </a:cubicBezTo>
                    <a:lnTo>
                      <a:pt x="70708" y="411054"/>
                    </a:lnTo>
                    <a:cubicBezTo>
                      <a:pt x="74032" y="411054"/>
                      <a:pt x="75693" y="409207"/>
                      <a:pt x="75693" y="405422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79ACB87-16D4-7C71-EEF7-382D2BAAE042}"/>
                  </a:ext>
                </a:extLst>
              </p:cNvPr>
              <p:cNvSpPr/>
              <p:nvPr/>
            </p:nvSpPr>
            <p:spPr>
              <a:xfrm>
                <a:off x="4749594" y="3207239"/>
                <a:ext cx="268433" cy="314753"/>
              </a:xfrm>
              <a:custGeom>
                <a:avLst/>
                <a:gdLst>
                  <a:gd name="connsiteX0" fmla="*/ 1754 w 268433"/>
                  <a:gd name="connsiteY0" fmla="*/ 41364 h 314753"/>
                  <a:gd name="connsiteX1" fmla="*/ 2400 w 268433"/>
                  <a:gd name="connsiteY1" fmla="*/ 60476 h 314753"/>
                  <a:gd name="connsiteX2" fmla="*/ 2677 w 268433"/>
                  <a:gd name="connsiteY2" fmla="*/ 78296 h 314753"/>
                  <a:gd name="connsiteX3" fmla="*/ 2677 w 268433"/>
                  <a:gd name="connsiteY3" fmla="*/ 309768 h 314753"/>
                  <a:gd name="connsiteX4" fmla="*/ 7662 w 268433"/>
                  <a:gd name="connsiteY4" fmla="*/ 314754 h 314753"/>
                  <a:gd name="connsiteX5" fmla="*/ 73293 w 268433"/>
                  <a:gd name="connsiteY5" fmla="*/ 314754 h 314753"/>
                  <a:gd name="connsiteX6" fmla="*/ 78278 w 268433"/>
                  <a:gd name="connsiteY6" fmla="*/ 309768 h 314753"/>
                  <a:gd name="connsiteX7" fmla="*/ 78278 w 268433"/>
                  <a:gd name="connsiteY7" fmla="*/ 91407 h 314753"/>
                  <a:gd name="connsiteX8" fmla="*/ 139017 w 268433"/>
                  <a:gd name="connsiteY8" fmla="*/ 65739 h 314753"/>
                  <a:gd name="connsiteX9" fmla="*/ 179633 w 268433"/>
                  <a:gd name="connsiteY9" fmla="*/ 82635 h 314753"/>
                  <a:gd name="connsiteX10" fmla="*/ 192741 w 268433"/>
                  <a:gd name="connsiteY10" fmla="*/ 130832 h 314753"/>
                  <a:gd name="connsiteX11" fmla="*/ 192741 w 268433"/>
                  <a:gd name="connsiteY11" fmla="*/ 309121 h 314753"/>
                  <a:gd name="connsiteX12" fmla="*/ 198372 w 268433"/>
                  <a:gd name="connsiteY12" fmla="*/ 314754 h 314753"/>
                  <a:gd name="connsiteX13" fmla="*/ 263449 w 268433"/>
                  <a:gd name="connsiteY13" fmla="*/ 314754 h 314753"/>
                  <a:gd name="connsiteX14" fmla="*/ 268434 w 268433"/>
                  <a:gd name="connsiteY14" fmla="*/ 309121 h 314753"/>
                  <a:gd name="connsiteX15" fmla="*/ 268434 w 268433"/>
                  <a:gd name="connsiteY15" fmla="*/ 123907 h 314753"/>
                  <a:gd name="connsiteX16" fmla="*/ 258742 w 268433"/>
                  <a:gd name="connsiteY16" fmla="*/ 62323 h 314753"/>
                  <a:gd name="connsiteX17" fmla="*/ 233726 w 268433"/>
                  <a:gd name="connsiteY17" fmla="*/ 24468 h 314753"/>
                  <a:gd name="connsiteX18" fmla="*/ 199941 w 268433"/>
                  <a:gd name="connsiteY18" fmla="*/ 5355 h 314753"/>
                  <a:gd name="connsiteX19" fmla="*/ 163941 w 268433"/>
                  <a:gd name="connsiteY19" fmla="*/ 0 h 314753"/>
                  <a:gd name="connsiteX20" fmla="*/ 73201 w 268433"/>
                  <a:gd name="connsiteY20" fmla="*/ 34347 h 314753"/>
                  <a:gd name="connsiteX21" fmla="*/ 70985 w 268433"/>
                  <a:gd name="connsiteY21" fmla="*/ 20959 h 314753"/>
                  <a:gd name="connsiteX22" fmla="*/ 68770 w 268433"/>
                  <a:gd name="connsiteY22" fmla="*/ 10618 h 314753"/>
                  <a:gd name="connsiteX23" fmla="*/ 61293 w 268433"/>
                  <a:gd name="connsiteY23" fmla="*/ 6279 h 314753"/>
                  <a:gd name="connsiteX24" fmla="*/ 4339 w 268433"/>
                  <a:gd name="connsiteY24" fmla="*/ 6279 h 314753"/>
                  <a:gd name="connsiteX25" fmla="*/ 0 w 268433"/>
                  <a:gd name="connsiteY25" fmla="*/ 10618 h 314753"/>
                  <a:gd name="connsiteX26" fmla="*/ 923 w 268433"/>
                  <a:gd name="connsiteY26" fmla="*/ 23729 h 314753"/>
                  <a:gd name="connsiteX27" fmla="*/ 1569 w 268433"/>
                  <a:gd name="connsiteY27" fmla="*/ 41272 h 314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68433" h="314753">
                    <a:moveTo>
                      <a:pt x="1754" y="41364"/>
                    </a:moveTo>
                    <a:cubicBezTo>
                      <a:pt x="1938" y="47642"/>
                      <a:pt x="2123" y="54013"/>
                      <a:pt x="2400" y="60476"/>
                    </a:cubicBezTo>
                    <a:cubicBezTo>
                      <a:pt x="2585" y="66939"/>
                      <a:pt x="2677" y="72941"/>
                      <a:pt x="2677" y="78296"/>
                    </a:cubicBezTo>
                    <a:lnTo>
                      <a:pt x="2677" y="309768"/>
                    </a:lnTo>
                    <a:cubicBezTo>
                      <a:pt x="2677" y="313092"/>
                      <a:pt x="4339" y="314754"/>
                      <a:pt x="7662" y="314754"/>
                    </a:cubicBezTo>
                    <a:lnTo>
                      <a:pt x="73293" y="314754"/>
                    </a:lnTo>
                    <a:cubicBezTo>
                      <a:pt x="76616" y="314754"/>
                      <a:pt x="78278" y="313092"/>
                      <a:pt x="78278" y="309768"/>
                    </a:cubicBezTo>
                    <a:lnTo>
                      <a:pt x="78278" y="91407"/>
                    </a:lnTo>
                    <a:cubicBezTo>
                      <a:pt x="94155" y="74326"/>
                      <a:pt x="114371" y="65739"/>
                      <a:pt x="139017" y="65739"/>
                    </a:cubicBezTo>
                    <a:cubicBezTo>
                      <a:pt x="157386" y="65739"/>
                      <a:pt x="170956" y="71371"/>
                      <a:pt x="179633" y="82635"/>
                    </a:cubicBezTo>
                    <a:cubicBezTo>
                      <a:pt x="188402" y="93900"/>
                      <a:pt x="192741" y="109965"/>
                      <a:pt x="192741" y="130832"/>
                    </a:cubicBezTo>
                    <a:lnTo>
                      <a:pt x="192741" y="309121"/>
                    </a:lnTo>
                    <a:cubicBezTo>
                      <a:pt x="192741" y="312907"/>
                      <a:pt x="194587" y="314754"/>
                      <a:pt x="198372" y="314754"/>
                    </a:cubicBezTo>
                    <a:lnTo>
                      <a:pt x="263449" y="314754"/>
                    </a:lnTo>
                    <a:cubicBezTo>
                      <a:pt x="266772" y="314754"/>
                      <a:pt x="268434" y="312907"/>
                      <a:pt x="268434" y="309121"/>
                    </a:cubicBezTo>
                    <a:lnTo>
                      <a:pt x="268434" y="123907"/>
                    </a:lnTo>
                    <a:cubicBezTo>
                      <a:pt x="268434" y="98886"/>
                      <a:pt x="265203" y="78296"/>
                      <a:pt x="258742" y="62323"/>
                    </a:cubicBezTo>
                    <a:cubicBezTo>
                      <a:pt x="252280" y="46258"/>
                      <a:pt x="243972" y="33608"/>
                      <a:pt x="233726" y="24468"/>
                    </a:cubicBezTo>
                    <a:cubicBezTo>
                      <a:pt x="223480" y="15235"/>
                      <a:pt x="212218" y="8956"/>
                      <a:pt x="199941" y="5355"/>
                    </a:cubicBezTo>
                    <a:cubicBezTo>
                      <a:pt x="187664" y="1847"/>
                      <a:pt x="175664" y="0"/>
                      <a:pt x="163941" y="0"/>
                    </a:cubicBezTo>
                    <a:cubicBezTo>
                      <a:pt x="130986" y="0"/>
                      <a:pt x="100801" y="11449"/>
                      <a:pt x="73201" y="34347"/>
                    </a:cubicBezTo>
                    <a:cubicBezTo>
                      <a:pt x="72370" y="29361"/>
                      <a:pt x="71632" y="24929"/>
                      <a:pt x="70985" y="20959"/>
                    </a:cubicBezTo>
                    <a:cubicBezTo>
                      <a:pt x="70339" y="16989"/>
                      <a:pt x="69601" y="13573"/>
                      <a:pt x="68770" y="10618"/>
                    </a:cubicBezTo>
                    <a:cubicBezTo>
                      <a:pt x="67570" y="7663"/>
                      <a:pt x="64985" y="6279"/>
                      <a:pt x="61293" y="6279"/>
                    </a:cubicBezTo>
                    <a:lnTo>
                      <a:pt x="4339" y="6279"/>
                    </a:lnTo>
                    <a:cubicBezTo>
                      <a:pt x="1385" y="6279"/>
                      <a:pt x="0" y="7756"/>
                      <a:pt x="0" y="10618"/>
                    </a:cubicBezTo>
                    <a:cubicBezTo>
                      <a:pt x="369" y="13942"/>
                      <a:pt x="738" y="18374"/>
                      <a:pt x="923" y="23729"/>
                    </a:cubicBezTo>
                    <a:cubicBezTo>
                      <a:pt x="1108" y="29176"/>
                      <a:pt x="1385" y="34993"/>
                      <a:pt x="1569" y="41272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5386F87-C2A9-20DC-4EDA-5DF8C4B01D9A}"/>
                  </a:ext>
                </a:extLst>
              </p:cNvPr>
              <p:cNvSpPr/>
              <p:nvPr/>
            </p:nvSpPr>
            <p:spPr>
              <a:xfrm>
                <a:off x="5030974" y="3213610"/>
                <a:ext cx="294633" cy="308474"/>
              </a:xfrm>
              <a:custGeom>
                <a:avLst/>
                <a:gdLst>
                  <a:gd name="connsiteX0" fmla="*/ 291119 w 294633"/>
                  <a:gd name="connsiteY0" fmla="*/ 0 h 308474"/>
                  <a:gd name="connsiteX1" fmla="*/ 227980 w 294633"/>
                  <a:gd name="connsiteY1" fmla="*/ 0 h 308474"/>
                  <a:gd name="connsiteX2" fmla="*/ 222995 w 294633"/>
                  <a:gd name="connsiteY2" fmla="*/ 3786 h 308474"/>
                  <a:gd name="connsiteX3" fmla="*/ 192349 w 294633"/>
                  <a:gd name="connsiteY3" fmla="*/ 98609 h 308474"/>
                  <a:gd name="connsiteX4" fmla="*/ 171025 w 294633"/>
                  <a:gd name="connsiteY4" fmla="*/ 165825 h 308474"/>
                  <a:gd name="connsiteX5" fmla="*/ 157271 w 294633"/>
                  <a:gd name="connsiteY5" fmla="*/ 210605 h 308474"/>
                  <a:gd name="connsiteX6" fmla="*/ 149794 w 294633"/>
                  <a:gd name="connsiteY6" fmla="*/ 237842 h 308474"/>
                  <a:gd name="connsiteX7" fmla="*/ 148502 w 294633"/>
                  <a:gd name="connsiteY7" fmla="*/ 237842 h 308474"/>
                  <a:gd name="connsiteX8" fmla="*/ 141671 w 294633"/>
                  <a:gd name="connsiteY8" fmla="*/ 210328 h 308474"/>
                  <a:gd name="connsiteX9" fmla="*/ 129486 w 294633"/>
                  <a:gd name="connsiteY9" fmla="*/ 165271 h 308474"/>
                  <a:gd name="connsiteX10" fmla="*/ 109732 w 294633"/>
                  <a:gd name="connsiteY10" fmla="*/ 98332 h 308474"/>
                  <a:gd name="connsiteX11" fmla="*/ 80932 w 294633"/>
                  <a:gd name="connsiteY11" fmla="*/ 3878 h 308474"/>
                  <a:gd name="connsiteX12" fmla="*/ 75301 w 294633"/>
                  <a:gd name="connsiteY12" fmla="*/ 92 h 308474"/>
                  <a:gd name="connsiteX13" fmla="*/ 3946 w 294633"/>
                  <a:gd name="connsiteY13" fmla="*/ 92 h 308474"/>
                  <a:gd name="connsiteX14" fmla="*/ 254 w 294633"/>
                  <a:gd name="connsiteY14" fmla="*/ 4432 h 308474"/>
                  <a:gd name="connsiteX15" fmla="*/ 14008 w 294633"/>
                  <a:gd name="connsiteY15" fmla="*/ 44134 h 308474"/>
                  <a:gd name="connsiteX16" fmla="*/ 32100 w 294633"/>
                  <a:gd name="connsiteY16" fmla="*/ 96670 h 308474"/>
                  <a:gd name="connsiteX17" fmla="*/ 52409 w 294633"/>
                  <a:gd name="connsiteY17" fmla="*/ 155484 h 308474"/>
                  <a:gd name="connsiteX18" fmla="*/ 72439 w 294633"/>
                  <a:gd name="connsiteY18" fmla="*/ 214021 h 308474"/>
                  <a:gd name="connsiteX19" fmla="*/ 90255 w 294633"/>
                  <a:gd name="connsiteY19" fmla="*/ 265911 h 308474"/>
                  <a:gd name="connsiteX20" fmla="*/ 103363 w 294633"/>
                  <a:gd name="connsiteY20" fmla="*/ 304690 h 308474"/>
                  <a:gd name="connsiteX21" fmla="*/ 105578 w 294633"/>
                  <a:gd name="connsiteY21" fmla="*/ 307183 h 308474"/>
                  <a:gd name="connsiteX22" fmla="*/ 109640 w 294633"/>
                  <a:gd name="connsiteY22" fmla="*/ 308475 h 308474"/>
                  <a:gd name="connsiteX23" fmla="*/ 181548 w 294633"/>
                  <a:gd name="connsiteY23" fmla="*/ 308475 h 308474"/>
                  <a:gd name="connsiteX24" fmla="*/ 188472 w 294633"/>
                  <a:gd name="connsiteY24" fmla="*/ 304135 h 308474"/>
                  <a:gd name="connsiteX25" fmla="*/ 201949 w 294633"/>
                  <a:gd name="connsiteY25" fmla="*/ 266280 h 308474"/>
                  <a:gd name="connsiteX26" fmla="*/ 220041 w 294633"/>
                  <a:gd name="connsiteY26" fmla="*/ 215314 h 308474"/>
                  <a:gd name="connsiteX27" fmla="*/ 240349 w 294633"/>
                  <a:gd name="connsiteY27" fmla="*/ 157423 h 308474"/>
                  <a:gd name="connsiteX28" fmla="*/ 260934 w 294633"/>
                  <a:gd name="connsiteY28" fmla="*/ 98886 h 308474"/>
                  <a:gd name="connsiteX29" fmla="*/ 279396 w 294633"/>
                  <a:gd name="connsiteY29" fmla="*/ 45980 h 308474"/>
                  <a:gd name="connsiteX30" fmla="*/ 294073 w 294633"/>
                  <a:gd name="connsiteY30" fmla="*/ 4986 h 308474"/>
                  <a:gd name="connsiteX31" fmla="*/ 293796 w 294633"/>
                  <a:gd name="connsiteY31" fmla="*/ 923 h 308474"/>
                  <a:gd name="connsiteX32" fmla="*/ 291027 w 294633"/>
                  <a:gd name="connsiteY32" fmla="*/ 0 h 308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94633" h="308474">
                    <a:moveTo>
                      <a:pt x="291119" y="0"/>
                    </a:moveTo>
                    <a:lnTo>
                      <a:pt x="227980" y="0"/>
                    </a:lnTo>
                    <a:cubicBezTo>
                      <a:pt x="225026" y="0"/>
                      <a:pt x="223364" y="1293"/>
                      <a:pt x="222995" y="3786"/>
                    </a:cubicBezTo>
                    <a:cubicBezTo>
                      <a:pt x="210903" y="40533"/>
                      <a:pt x="200656" y="72110"/>
                      <a:pt x="192349" y="98609"/>
                    </a:cubicBezTo>
                    <a:cubicBezTo>
                      <a:pt x="184041" y="125107"/>
                      <a:pt x="176933" y="147544"/>
                      <a:pt x="171025" y="165825"/>
                    </a:cubicBezTo>
                    <a:cubicBezTo>
                      <a:pt x="165210" y="184199"/>
                      <a:pt x="160594" y="199156"/>
                      <a:pt x="157271" y="210605"/>
                    </a:cubicBezTo>
                    <a:cubicBezTo>
                      <a:pt x="153948" y="222054"/>
                      <a:pt x="151456" y="231103"/>
                      <a:pt x="149794" y="237842"/>
                    </a:cubicBezTo>
                    <a:lnTo>
                      <a:pt x="148502" y="237842"/>
                    </a:lnTo>
                    <a:cubicBezTo>
                      <a:pt x="146841" y="231195"/>
                      <a:pt x="144533" y="221962"/>
                      <a:pt x="141671" y="210328"/>
                    </a:cubicBezTo>
                    <a:cubicBezTo>
                      <a:pt x="138717" y="198695"/>
                      <a:pt x="134656" y="183645"/>
                      <a:pt x="129486" y="165271"/>
                    </a:cubicBezTo>
                    <a:cubicBezTo>
                      <a:pt x="124225" y="146897"/>
                      <a:pt x="117671" y="124553"/>
                      <a:pt x="109732" y="98332"/>
                    </a:cubicBezTo>
                    <a:cubicBezTo>
                      <a:pt x="101794" y="72110"/>
                      <a:pt x="92194" y="40533"/>
                      <a:pt x="80932" y="3878"/>
                    </a:cubicBezTo>
                    <a:cubicBezTo>
                      <a:pt x="80101" y="1385"/>
                      <a:pt x="78255" y="92"/>
                      <a:pt x="75301" y="92"/>
                    </a:cubicBezTo>
                    <a:lnTo>
                      <a:pt x="3946" y="92"/>
                    </a:lnTo>
                    <a:cubicBezTo>
                      <a:pt x="623" y="92"/>
                      <a:pt x="-577" y="1570"/>
                      <a:pt x="254" y="4432"/>
                    </a:cubicBezTo>
                    <a:cubicBezTo>
                      <a:pt x="3946" y="14865"/>
                      <a:pt x="8562" y="28068"/>
                      <a:pt x="14008" y="44134"/>
                    </a:cubicBezTo>
                    <a:cubicBezTo>
                      <a:pt x="19454" y="60199"/>
                      <a:pt x="25454" y="77742"/>
                      <a:pt x="32100" y="96670"/>
                    </a:cubicBezTo>
                    <a:cubicBezTo>
                      <a:pt x="38747" y="115690"/>
                      <a:pt x="45578" y="135264"/>
                      <a:pt x="52409" y="155484"/>
                    </a:cubicBezTo>
                    <a:cubicBezTo>
                      <a:pt x="59239" y="175704"/>
                      <a:pt x="65978" y="195186"/>
                      <a:pt x="72439" y="214021"/>
                    </a:cubicBezTo>
                    <a:cubicBezTo>
                      <a:pt x="78901" y="232764"/>
                      <a:pt x="84809" y="250123"/>
                      <a:pt x="90255" y="265911"/>
                    </a:cubicBezTo>
                    <a:cubicBezTo>
                      <a:pt x="95701" y="281792"/>
                      <a:pt x="100040" y="294718"/>
                      <a:pt x="103363" y="304690"/>
                    </a:cubicBezTo>
                    <a:cubicBezTo>
                      <a:pt x="104194" y="305521"/>
                      <a:pt x="104932" y="306352"/>
                      <a:pt x="105578" y="307183"/>
                    </a:cubicBezTo>
                    <a:cubicBezTo>
                      <a:pt x="106224" y="308013"/>
                      <a:pt x="107517" y="308475"/>
                      <a:pt x="109640" y="308475"/>
                    </a:cubicBezTo>
                    <a:lnTo>
                      <a:pt x="181548" y="308475"/>
                    </a:lnTo>
                    <a:cubicBezTo>
                      <a:pt x="184872" y="308475"/>
                      <a:pt x="187179" y="306998"/>
                      <a:pt x="188472" y="304135"/>
                    </a:cubicBezTo>
                    <a:cubicBezTo>
                      <a:pt x="191795" y="294533"/>
                      <a:pt x="196318" y="281884"/>
                      <a:pt x="201949" y="266280"/>
                    </a:cubicBezTo>
                    <a:cubicBezTo>
                      <a:pt x="207580" y="250584"/>
                      <a:pt x="213580" y="233688"/>
                      <a:pt x="220041" y="215314"/>
                    </a:cubicBezTo>
                    <a:cubicBezTo>
                      <a:pt x="226503" y="196940"/>
                      <a:pt x="233334" y="177643"/>
                      <a:pt x="240349" y="157423"/>
                    </a:cubicBezTo>
                    <a:cubicBezTo>
                      <a:pt x="247457" y="137203"/>
                      <a:pt x="254288" y="117721"/>
                      <a:pt x="260934" y="98886"/>
                    </a:cubicBezTo>
                    <a:cubicBezTo>
                      <a:pt x="267580" y="80143"/>
                      <a:pt x="273765" y="62508"/>
                      <a:pt x="279396" y="45980"/>
                    </a:cubicBezTo>
                    <a:cubicBezTo>
                      <a:pt x="285027" y="29546"/>
                      <a:pt x="289919" y="15881"/>
                      <a:pt x="294073" y="4986"/>
                    </a:cubicBezTo>
                    <a:cubicBezTo>
                      <a:pt x="294904" y="2862"/>
                      <a:pt x="294812" y="1477"/>
                      <a:pt x="293796" y="923"/>
                    </a:cubicBezTo>
                    <a:cubicBezTo>
                      <a:pt x="292781" y="277"/>
                      <a:pt x="291858" y="0"/>
                      <a:pt x="291027" y="0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C2BFFA07-C517-C2DA-7952-7E7587272466}"/>
                  </a:ext>
                </a:extLst>
              </p:cNvPr>
              <p:cNvSpPr/>
              <p:nvPr/>
            </p:nvSpPr>
            <p:spPr>
              <a:xfrm>
                <a:off x="5346555" y="3111031"/>
                <a:ext cx="75600" cy="411053"/>
              </a:xfrm>
              <a:custGeom>
                <a:avLst/>
                <a:gdLst>
                  <a:gd name="connsiteX0" fmla="*/ 4984 w 75600"/>
                  <a:gd name="connsiteY0" fmla="*/ 411054 h 411053"/>
                  <a:gd name="connsiteX1" fmla="*/ 70616 w 75600"/>
                  <a:gd name="connsiteY1" fmla="*/ 411054 h 411053"/>
                  <a:gd name="connsiteX2" fmla="*/ 75601 w 75600"/>
                  <a:gd name="connsiteY2" fmla="*/ 405422 h 411053"/>
                  <a:gd name="connsiteX3" fmla="*/ 75601 w 75600"/>
                  <a:gd name="connsiteY3" fmla="*/ 4986 h 411053"/>
                  <a:gd name="connsiteX4" fmla="*/ 70616 w 75600"/>
                  <a:gd name="connsiteY4" fmla="*/ 0 h 411053"/>
                  <a:gd name="connsiteX5" fmla="*/ 4984 w 75600"/>
                  <a:gd name="connsiteY5" fmla="*/ 0 h 411053"/>
                  <a:gd name="connsiteX6" fmla="*/ 0 w 75600"/>
                  <a:gd name="connsiteY6" fmla="*/ 4986 h 411053"/>
                  <a:gd name="connsiteX7" fmla="*/ 0 w 75600"/>
                  <a:gd name="connsiteY7" fmla="*/ 405422 h 411053"/>
                  <a:gd name="connsiteX8" fmla="*/ 4984 w 75600"/>
                  <a:gd name="connsiteY8" fmla="*/ 411054 h 411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600" h="411053">
                    <a:moveTo>
                      <a:pt x="4984" y="411054"/>
                    </a:moveTo>
                    <a:lnTo>
                      <a:pt x="70616" y="411054"/>
                    </a:lnTo>
                    <a:cubicBezTo>
                      <a:pt x="73939" y="411054"/>
                      <a:pt x="75601" y="409207"/>
                      <a:pt x="75601" y="405422"/>
                    </a:cubicBezTo>
                    <a:lnTo>
                      <a:pt x="75601" y="4986"/>
                    </a:lnTo>
                    <a:cubicBezTo>
                      <a:pt x="75601" y="1662"/>
                      <a:pt x="73939" y="0"/>
                      <a:pt x="70616" y="0"/>
                    </a:cubicBezTo>
                    <a:lnTo>
                      <a:pt x="4984" y="0"/>
                    </a:lnTo>
                    <a:cubicBezTo>
                      <a:pt x="1661" y="0"/>
                      <a:pt x="0" y="1662"/>
                      <a:pt x="0" y="4986"/>
                    </a:cubicBezTo>
                    <a:lnTo>
                      <a:pt x="0" y="405422"/>
                    </a:lnTo>
                    <a:cubicBezTo>
                      <a:pt x="0" y="409207"/>
                      <a:pt x="1661" y="411054"/>
                      <a:pt x="4984" y="411054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453BC5D-4F6C-3B88-829B-907CF4C3F929}"/>
                  </a:ext>
                </a:extLst>
              </p:cNvPr>
              <p:cNvSpPr/>
              <p:nvPr/>
            </p:nvSpPr>
            <p:spPr>
              <a:xfrm>
                <a:off x="5444434" y="3110939"/>
                <a:ext cx="336884" cy="411192"/>
              </a:xfrm>
              <a:custGeom>
                <a:avLst/>
                <a:gdLst>
                  <a:gd name="connsiteX0" fmla="*/ 4029 w 336884"/>
                  <a:gd name="connsiteY0" fmla="*/ 68232 h 411192"/>
                  <a:gd name="connsiteX1" fmla="*/ 131046 w 336884"/>
                  <a:gd name="connsiteY1" fmla="*/ 68232 h 411192"/>
                  <a:gd name="connsiteX2" fmla="*/ 131046 w 336884"/>
                  <a:gd name="connsiteY2" fmla="*/ 405514 h 411192"/>
                  <a:gd name="connsiteX3" fmla="*/ 136677 w 336884"/>
                  <a:gd name="connsiteY3" fmla="*/ 411146 h 411192"/>
                  <a:gd name="connsiteX4" fmla="*/ 201109 w 336884"/>
                  <a:gd name="connsiteY4" fmla="*/ 411146 h 411192"/>
                  <a:gd name="connsiteX5" fmla="*/ 206093 w 336884"/>
                  <a:gd name="connsiteY5" fmla="*/ 405514 h 411192"/>
                  <a:gd name="connsiteX6" fmla="*/ 206093 w 336884"/>
                  <a:gd name="connsiteY6" fmla="*/ 68232 h 411192"/>
                  <a:gd name="connsiteX7" fmla="*/ 332464 w 336884"/>
                  <a:gd name="connsiteY7" fmla="*/ 68232 h 411192"/>
                  <a:gd name="connsiteX8" fmla="*/ 336802 w 336884"/>
                  <a:gd name="connsiteY8" fmla="*/ 62600 h 411192"/>
                  <a:gd name="connsiteX9" fmla="*/ 331172 w 336884"/>
                  <a:gd name="connsiteY9" fmla="*/ 5632 h 411192"/>
                  <a:gd name="connsiteX10" fmla="*/ 324895 w 336884"/>
                  <a:gd name="connsiteY10" fmla="*/ 0 h 411192"/>
                  <a:gd name="connsiteX11" fmla="*/ 13999 w 336884"/>
                  <a:gd name="connsiteY11" fmla="*/ 0 h 411192"/>
                  <a:gd name="connsiteX12" fmla="*/ 8368 w 336884"/>
                  <a:gd name="connsiteY12" fmla="*/ 4986 h 411192"/>
                  <a:gd name="connsiteX13" fmla="*/ 244 w 336884"/>
                  <a:gd name="connsiteY13" fmla="*/ 63154 h 411192"/>
                  <a:gd name="connsiteX14" fmla="*/ 4029 w 336884"/>
                  <a:gd name="connsiteY14" fmla="*/ 68140 h 411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6884" h="411192">
                    <a:moveTo>
                      <a:pt x="4029" y="68232"/>
                    </a:moveTo>
                    <a:lnTo>
                      <a:pt x="131046" y="68232"/>
                    </a:lnTo>
                    <a:lnTo>
                      <a:pt x="131046" y="405514"/>
                    </a:lnTo>
                    <a:cubicBezTo>
                      <a:pt x="131046" y="409669"/>
                      <a:pt x="132892" y="411516"/>
                      <a:pt x="136677" y="411146"/>
                    </a:cubicBezTo>
                    <a:lnTo>
                      <a:pt x="201109" y="411146"/>
                    </a:lnTo>
                    <a:cubicBezTo>
                      <a:pt x="204432" y="411146"/>
                      <a:pt x="206093" y="409300"/>
                      <a:pt x="206093" y="405514"/>
                    </a:cubicBezTo>
                    <a:lnTo>
                      <a:pt x="206093" y="68232"/>
                    </a:lnTo>
                    <a:lnTo>
                      <a:pt x="332464" y="68232"/>
                    </a:lnTo>
                    <a:cubicBezTo>
                      <a:pt x="335787" y="68232"/>
                      <a:pt x="337264" y="66385"/>
                      <a:pt x="336802" y="62600"/>
                    </a:cubicBezTo>
                    <a:lnTo>
                      <a:pt x="331172" y="5632"/>
                    </a:lnTo>
                    <a:cubicBezTo>
                      <a:pt x="330710" y="1847"/>
                      <a:pt x="328679" y="0"/>
                      <a:pt x="324895" y="0"/>
                    </a:cubicBezTo>
                    <a:lnTo>
                      <a:pt x="13999" y="0"/>
                    </a:lnTo>
                    <a:cubicBezTo>
                      <a:pt x="10675" y="0"/>
                      <a:pt x="8737" y="1662"/>
                      <a:pt x="8368" y="4986"/>
                    </a:cubicBezTo>
                    <a:lnTo>
                      <a:pt x="244" y="63154"/>
                    </a:lnTo>
                    <a:cubicBezTo>
                      <a:pt x="-586" y="66478"/>
                      <a:pt x="706" y="68140"/>
                      <a:pt x="4029" y="68140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8CF7DA1-1523-79B4-99C9-6FB3D0B10740}"/>
                  </a:ext>
                </a:extLst>
              </p:cNvPr>
              <p:cNvSpPr/>
              <p:nvPr/>
            </p:nvSpPr>
            <p:spPr>
              <a:xfrm>
                <a:off x="3373290" y="3694927"/>
                <a:ext cx="619611" cy="756190"/>
              </a:xfrm>
              <a:custGeom>
                <a:avLst/>
                <a:gdLst>
                  <a:gd name="connsiteX0" fmla="*/ 597679 w 619611"/>
                  <a:gd name="connsiteY0" fmla="*/ 0 h 756190"/>
                  <a:gd name="connsiteX1" fmla="*/ 25734 w 619611"/>
                  <a:gd name="connsiteY1" fmla="*/ 0 h 756190"/>
                  <a:gd name="connsiteX2" fmla="*/ 15395 w 619611"/>
                  <a:gd name="connsiteY2" fmla="*/ 9233 h 756190"/>
                  <a:gd name="connsiteX3" fmla="*/ 441 w 619611"/>
                  <a:gd name="connsiteY3" fmla="*/ 116244 h 756190"/>
                  <a:gd name="connsiteX4" fmla="*/ 7364 w 619611"/>
                  <a:gd name="connsiteY4" fmla="*/ 125385 h 756190"/>
                  <a:gd name="connsiteX5" fmla="*/ 240905 w 619611"/>
                  <a:gd name="connsiteY5" fmla="*/ 125385 h 756190"/>
                  <a:gd name="connsiteX6" fmla="*/ 240905 w 619611"/>
                  <a:gd name="connsiteY6" fmla="*/ 745751 h 756190"/>
                  <a:gd name="connsiteX7" fmla="*/ 251244 w 619611"/>
                  <a:gd name="connsiteY7" fmla="*/ 756092 h 756190"/>
                  <a:gd name="connsiteX8" fmla="*/ 369768 w 619611"/>
                  <a:gd name="connsiteY8" fmla="*/ 756092 h 756190"/>
                  <a:gd name="connsiteX9" fmla="*/ 378999 w 619611"/>
                  <a:gd name="connsiteY9" fmla="*/ 745751 h 756190"/>
                  <a:gd name="connsiteX10" fmla="*/ 378999 w 619611"/>
                  <a:gd name="connsiteY10" fmla="*/ 125385 h 756190"/>
                  <a:gd name="connsiteX11" fmla="*/ 611433 w 619611"/>
                  <a:gd name="connsiteY11" fmla="*/ 125385 h 756190"/>
                  <a:gd name="connsiteX12" fmla="*/ 619464 w 619611"/>
                  <a:gd name="connsiteY12" fmla="*/ 115044 h 756190"/>
                  <a:gd name="connsiteX13" fmla="*/ 609125 w 619611"/>
                  <a:gd name="connsiteY13" fmla="*/ 10341 h 756190"/>
                  <a:gd name="connsiteX14" fmla="*/ 597587 w 619611"/>
                  <a:gd name="connsiteY14" fmla="*/ 0 h 756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9611" h="756190">
                    <a:moveTo>
                      <a:pt x="597679" y="0"/>
                    </a:moveTo>
                    <a:lnTo>
                      <a:pt x="25734" y="0"/>
                    </a:lnTo>
                    <a:cubicBezTo>
                      <a:pt x="19641" y="0"/>
                      <a:pt x="16133" y="3047"/>
                      <a:pt x="15395" y="9233"/>
                    </a:cubicBezTo>
                    <a:lnTo>
                      <a:pt x="441" y="116244"/>
                    </a:lnTo>
                    <a:cubicBezTo>
                      <a:pt x="-1036" y="122337"/>
                      <a:pt x="1179" y="125385"/>
                      <a:pt x="7364" y="125385"/>
                    </a:cubicBezTo>
                    <a:lnTo>
                      <a:pt x="240905" y="125385"/>
                    </a:lnTo>
                    <a:lnTo>
                      <a:pt x="240905" y="745751"/>
                    </a:lnTo>
                    <a:cubicBezTo>
                      <a:pt x="240905" y="753414"/>
                      <a:pt x="244321" y="756830"/>
                      <a:pt x="251244" y="756092"/>
                    </a:cubicBezTo>
                    <a:lnTo>
                      <a:pt x="369768" y="756092"/>
                    </a:lnTo>
                    <a:cubicBezTo>
                      <a:pt x="375953" y="756092"/>
                      <a:pt x="378999" y="752676"/>
                      <a:pt x="378999" y="745751"/>
                    </a:cubicBezTo>
                    <a:lnTo>
                      <a:pt x="378999" y="125385"/>
                    </a:lnTo>
                    <a:lnTo>
                      <a:pt x="611433" y="125385"/>
                    </a:lnTo>
                    <a:cubicBezTo>
                      <a:pt x="617617" y="125385"/>
                      <a:pt x="620294" y="121968"/>
                      <a:pt x="619464" y="115044"/>
                    </a:cubicBezTo>
                    <a:lnTo>
                      <a:pt x="609125" y="10341"/>
                    </a:lnTo>
                    <a:cubicBezTo>
                      <a:pt x="608387" y="3416"/>
                      <a:pt x="604510" y="0"/>
                      <a:pt x="597587" y="0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82EE0A2-4864-FC7D-3DAB-FDA71E7D13BA}"/>
                  </a:ext>
                </a:extLst>
              </p:cNvPr>
              <p:cNvSpPr/>
              <p:nvPr/>
            </p:nvSpPr>
            <p:spPr>
              <a:xfrm>
                <a:off x="5334185" y="3683570"/>
                <a:ext cx="488959" cy="779174"/>
              </a:xfrm>
              <a:custGeom>
                <a:avLst/>
                <a:gdLst>
                  <a:gd name="connsiteX0" fmla="*/ 448805 w 488959"/>
                  <a:gd name="connsiteY0" fmla="*/ 433213 h 779174"/>
                  <a:gd name="connsiteX1" fmla="*/ 390097 w 488959"/>
                  <a:gd name="connsiteY1" fmla="*/ 379662 h 779174"/>
                  <a:gd name="connsiteX2" fmla="*/ 296865 w 488959"/>
                  <a:gd name="connsiteY2" fmla="*/ 331373 h 779174"/>
                  <a:gd name="connsiteX3" fmla="*/ 253111 w 488959"/>
                  <a:gd name="connsiteY3" fmla="*/ 312999 h 779174"/>
                  <a:gd name="connsiteX4" fmla="*/ 160525 w 488959"/>
                  <a:gd name="connsiteY4" fmla="*/ 260094 h 779174"/>
                  <a:gd name="connsiteX5" fmla="*/ 135786 w 488959"/>
                  <a:gd name="connsiteY5" fmla="*/ 204788 h 779174"/>
                  <a:gd name="connsiteX6" fmla="*/ 142156 w 488959"/>
                  <a:gd name="connsiteY6" fmla="*/ 174873 h 779174"/>
                  <a:gd name="connsiteX7" fmla="*/ 163479 w 488959"/>
                  <a:gd name="connsiteY7" fmla="*/ 148374 h 779174"/>
                  <a:gd name="connsiteX8" fmla="*/ 203726 w 488959"/>
                  <a:gd name="connsiteY8" fmla="*/ 129908 h 779174"/>
                  <a:gd name="connsiteX9" fmla="*/ 265849 w 488959"/>
                  <a:gd name="connsiteY9" fmla="*/ 123076 h 779174"/>
                  <a:gd name="connsiteX10" fmla="*/ 361389 w 488959"/>
                  <a:gd name="connsiteY10" fmla="*/ 132309 h 779174"/>
                  <a:gd name="connsiteX11" fmla="*/ 439667 w 488959"/>
                  <a:gd name="connsiteY11" fmla="*/ 161116 h 779174"/>
                  <a:gd name="connsiteX12" fmla="*/ 447698 w 488959"/>
                  <a:gd name="connsiteY12" fmla="*/ 162224 h 779174"/>
                  <a:gd name="connsiteX13" fmla="*/ 450005 w 488959"/>
                  <a:gd name="connsiteY13" fmla="*/ 156499 h 779174"/>
                  <a:gd name="connsiteX14" fmla="*/ 450005 w 488959"/>
                  <a:gd name="connsiteY14" fmla="*/ 44872 h 779174"/>
                  <a:gd name="connsiteX15" fmla="*/ 443082 w 488959"/>
                  <a:gd name="connsiteY15" fmla="*/ 29915 h 779174"/>
                  <a:gd name="connsiteX16" fmla="*/ 368312 w 488959"/>
                  <a:gd name="connsiteY16" fmla="*/ 7479 h 779174"/>
                  <a:gd name="connsiteX17" fmla="*/ 267050 w 488959"/>
                  <a:gd name="connsiteY17" fmla="*/ 0 h 779174"/>
                  <a:gd name="connsiteX18" fmla="*/ 152033 w 488959"/>
                  <a:gd name="connsiteY18" fmla="*/ 16712 h 779174"/>
                  <a:gd name="connsiteX19" fmla="*/ 68586 w 488959"/>
                  <a:gd name="connsiteY19" fmla="*/ 62784 h 779174"/>
                  <a:gd name="connsiteX20" fmla="*/ 17354 w 488959"/>
                  <a:gd name="connsiteY20" fmla="*/ 131847 h 779174"/>
                  <a:gd name="connsiteX21" fmla="*/ 92 w 488959"/>
                  <a:gd name="connsiteY21" fmla="*/ 217622 h 779174"/>
                  <a:gd name="connsiteX22" fmla="*/ 8123 w 488959"/>
                  <a:gd name="connsiteY22" fmla="*/ 279760 h 779174"/>
                  <a:gd name="connsiteX23" fmla="*/ 36278 w 488959"/>
                  <a:gd name="connsiteY23" fmla="*/ 336728 h 779174"/>
                  <a:gd name="connsiteX24" fmla="*/ 90924 w 488959"/>
                  <a:gd name="connsiteY24" fmla="*/ 388525 h 779174"/>
                  <a:gd name="connsiteX25" fmla="*/ 178433 w 488959"/>
                  <a:gd name="connsiteY25" fmla="*/ 435152 h 779174"/>
                  <a:gd name="connsiteX26" fmla="*/ 233634 w 488959"/>
                  <a:gd name="connsiteY26" fmla="*/ 458142 h 779174"/>
                  <a:gd name="connsiteX27" fmla="*/ 324004 w 488959"/>
                  <a:gd name="connsiteY27" fmla="*/ 511694 h 779174"/>
                  <a:gd name="connsiteX28" fmla="*/ 348743 w 488959"/>
                  <a:gd name="connsiteY28" fmla="*/ 569862 h 779174"/>
                  <a:gd name="connsiteX29" fmla="*/ 317081 w 488959"/>
                  <a:gd name="connsiteY29" fmla="*/ 631446 h 779174"/>
                  <a:gd name="connsiteX30" fmla="*/ 214064 w 488959"/>
                  <a:gd name="connsiteY30" fmla="*/ 656190 h 779174"/>
                  <a:gd name="connsiteX31" fmla="*/ 109940 w 488959"/>
                  <a:gd name="connsiteY31" fmla="*/ 641233 h 779174"/>
                  <a:gd name="connsiteX32" fmla="*/ 9231 w 488959"/>
                  <a:gd name="connsiteY32" fmla="*/ 596268 h 779174"/>
                  <a:gd name="connsiteX33" fmla="*/ 0 w 488959"/>
                  <a:gd name="connsiteY33" fmla="*/ 600885 h 779174"/>
                  <a:gd name="connsiteX34" fmla="*/ 0 w 488959"/>
                  <a:gd name="connsiteY34" fmla="*/ 720544 h 779174"/>
                  <a:gd name="connsiteX35" fmla="*/ 8031 w 488959"/>
                  <a:gd name="connsiteY35" fmla="*/ 737810 h 779174"/>
                  <a:gd name="connsiteX36" fmla="*/ 94894 w 488959"/>
                  <a:gd name="connsiteY36" fmla="*/ 768279 h 779174"/>
                  <a:gd name="connsiteX37" fmla="*/ 209357 w 488959"/>
                  <a:gd name="connsiteY37" fmla="*/ 779174 h 779174"/>
                  <a:gd name="connsiteX38" fmla="*/ 326681 w 488959"/>
                  <a:gd name="connsiteY38" fmla="*/ 763663 h 779174"/>
                  <a:gd name="connsiteX39" fmla="*/ 414743 w 488959"/>
                  <a:gd name="connsiteY39" fmla="*/ 718790 h 779174"/>
                  <a:gd name="connsiteX40" fmla="*/ 469944 w 488959"/>
                  <a:gd name="connsiteY40" fmla="*/ 648527 h 779174"/>
                  <a:gd name="connsiteX41" fmla="*/ 488960 w 488959"/>
                  <a:gd name="connsiteY41" fmla="*/ 557028 h 779174"/>
                  <a:gd name="connsiteX42" fmla="*/ 479729 w 488959"/>
                  <a:gd name="connsiteY42" fmla="*/ 492027 h 779174"/>
                  <a:gd name="connsiteX43" fmla="*/ 448621 w 488959"/>
                  <a:gd name="connsiteY43" fmla="*/ 433305 h 779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88959" h="779174">
                    <a:moveTo>
                      <a:pt x="448805" y="433213"/>
                    </a:moveTo>
                    <a:cubicBezTo>
                      <a:pt x="434221" y="414470"/>
                      <a:pt x="414651" y="396650"/>
                      <a:pt x="390097" y="379662"/>
                    </a:cubicBezTo>
                    <a:cubicBezTo>
                      <a:pt x="365543" y="362765"/>
                      <a:pt x="334527" y="346700"/>
                      <a:pt x="296865" y="331373"/>
                    </a:cubicBezTo>
                    <a:lnTo>
                      <a:pt x="253111" y="312999"/>
                    </a:lnTo>
                    <a:cubicBezTo>
                      <a:pt x="207880" y="293794"/>
                      <a:pt x="176956" y="276160"/>
                      <a:pt x="160525" y="260094"/>
                    </a:cubicBezTo>
                    <a:cubicBezTo>
                      <a:pt x="144002" y="243936"/>
                      <a:pt x="135786" y="225563"/>
                      <a:pt x="135786" y="204788"/>
                    </a:cubicBezTo>
                    <a:cubicBezTo>
                      <a:pt x="135786" y="194817"/>
                      <a:pt x="137909" y="184845"/>
                      <a:pt x="142156" y="174873"/>
                    </a:cubicBezTo>
                    <a:cubicBezTo>
                      <a:pt x="146402" y="164902"/>
                      <a:pt x="153417" y="156130"/>
                      <a:pt x="163479" y="148374"/>
                    </a:cubicBezTo>
                    <a:cubicBezTo>
                      <a:pt x="173448" y="140711"/>
                      <a:pt x="186833" y="134525"/>
                      <a:pt x="203726" y="129908"/>
                    </a:cubicBezTo>
                    <a:cubicBezTo>
                      <a:pt x="220618" y="125292"/>
                      <a:pt x="241295" y="123076"/>
                      <a:pt x="265849" y="123076"/>
                    </a:cubicBezTo>
                    <a:cubicBezTo>
                      <a:pt x="299542" y="123076"/>
                      <a:pt x="331481" y="126123"/>
                      <a:pt x="361389" y="132309"/>
                    </a:cubicBezTo>
                    <a:cubicBezTo>
                      <a:pt x="391297" y="138495"/>
                      <a:pt x="417328" y="148005"/>
                      <a:pt x="439667" y="161116"/>
                    </a:cubicBezTo>
                    <a:cubicBezTo>
                      <a:pt x="443452" y="163424"/>
                      <a:pt x="446221" y="163794"/>
                      <a:pt x="447698" y="162224"/>
                    </a:cubicBezTo>
                    <a:cubicBezTo>
                      <a:pt x="449175" y="160747"/>
                      <a:pt x="450005" y="158808"/>
                      <a:pt x="450005" y="156499"/>
                    </a:cubicBezTo>
                    <a:lnTo>
                      <a:pt x="450005" y="44872"/>
                    </a:lnTo>
                    <a:cubicBezTo>
                      <a:pt x="450005" y="37948"/>
                      <a:pt x="447698" y="32962"/>
                      <a:pt x="443082" y="29915"/>
                    </a:cubicBezTo>
                    <a:cubicBezTo>
                      <a:pt x="423882" y="19943"/>
                      <a:pt x="398959" y="12465"/>
                      <a:pt x="368312" y="7479"/>
                    </a:cubicBezTo>
                    <a:cubicBezTo>
                      <a:pt x="337573" y="2493"/>
                      <a:pt x="303881" y="0"/>
                      <a:pt x="267050" y="0"/>
                    </a:cubicBezTo>
                    <a:cubicBezTo>
                      <a:pt x="223295" y="0"/>
                      <a:pt x="184987" y="5632"/>
                      <a:pt x="152033" y="16712"/>
                    </a:cubicBezTo>
                    <a:cubicBezTo>
                      <a:pt x="118986" y="27884"/>
                      <a:pt x="91201" y="43210"/>
                      <a:pt x="68586" y="62784"/>
                    </a:cubicBezTo>
                    <a:cubicBezTo>
                      <a:pt x="45970" y="82358"/>
                      <a:pt x="28893" y="105349"/>
                      <a:pt x="17354" y="131847"/>
                    </a:cubicBezTo>
                    <a:cubicBezTo>
                      <a:pt x="5815" y="158254"/>
                      <a:pt x="92" y="186876"/>
                      <a:pt x="92" y="217622"/>
                    </a:cubicBezTo>
                    <a:cubicBezTo>
                      <a:pt x="92" y="239135"/>
                      <a:pt x="2769" y="259817"/>
                      <a:pt x="8123" y="279760"/>
                    </a:cubicBezTo>
                    <a:cubicBezTo>
                      <a:pt x="13477" y="299704"/>
                      <a:pt x="22893" y="318724"/>
                      <a:pt x="36278" y="336728"/>
                    </a:cubicBezTo>
                    <a:cubicBezTo>
                      <a:pt x="49662" y="354732"/>
                      <a:pt x="67939" y="371998"/>
                      <a:pt x="90924" y="388525"/>
                    </a:cubicBezTo>
                    <a:cubicBezTo>
                      <a:pt x="113909" y="405052"/>
                      <a:pt x="143079" y="420564"/>
                      <a:pt x="178433" y="435152"/>
                    </a:cubicBezTo>
                    <a:lnTo>
                      <a:pt x="233634" y="458142"/>
                    </a:lnTo>
                    <a:cubicBezTo>
                      <a:pt x="277388" y="476608"/>
                      <a:pt x="307481" y="494428"/>
                      <a:pt x="324004" y="511694"/>
                    </a:cubicBezTo>
                    <a:cubicBezTo>
                      <a:pt x="340435" y="528959"/>
                      <a:pt x="348743" y="548349"/>
                      <a:pt x="348743" y="569862"/>
                    </a:cubicBezTo>
                    <a:cubicBezTo>
                      <a:pt x="348743" y="594422"/>
                      <a:pt x="338220" y="614919"/>
                      <a:pt x="317081" y="631446"/>
                    </a:cubicBezTo>
                    <a:cubicBezTo>
                      <a:pt x="295942" y="647881"/>
                      <a:pt x="261603" y="656190"/>
                      <a:pt x="214064" y="656190"/>
                    </a:cubicBezTo>
                    <a:cubicBezTo>
                      <a:pt x="180279" y="656190"/>
                      <a:pt x="145571" y="651205"/>
                      <a:pt x="109940" y="641233"/>
                    </a:cubicBezTo>
                    <a:cubicBezTo>
                      <a:pt x="74216" y="631261"/>
                      <a:pt x="40708" y="616304"/>
                      <a:pt x="9231" y="596268"/>
                    </a:cubicBezTo>
                    <a:cubicBezTo>
                      <a:pt x="3046" y="593221"/>
                      <a:pt x="0" y="594699"/>
                      <a:pt x="0" y="600885"/>
                    </a:cubicBezTo>
                    <a:lnTo>
                      <a:pt x="0" y="720544"/>
                    </a:lnTo>
                    <a:cubicBezTo>
                      <a:pt x="0" y="729039"/>
                      <a:pt x="2677" y="734763"/>
                      <a:pt x="8031" y="737810"/>
                    </a:cubicBezTo>
                    <a:cubicBezTo>
                      <a:pt x="31754" y="750829"/>
                      <a:pt x="60739" y="760985"/>
                      <a:pt x="94894" y="768279"/>
                    </a:cubicBezTo>
                    <a:cubicBezTo>
                      <a:pt x="129048" y="775573"/>
                      <a:pt x="167171" y="779174"/>
                      <a:pt x="209357" y="779174"/>
                    </a:cubicBezTo>
                    <a:cubicBezTo>
                      <a:pt x="251541" y="779174"/>
                      <a:pt x="292250" y="774004"/>
                      <a:pt x="326681" y="763663"/>
                    </a:cubicBezTo>
                    <a:cubicBezTo>
                      <a:pt x="361204" y="753322"/>
                      <a:pt x="390559" y="738364"/>
                      <a:pt x="414743" y="718790"/>
                    </a:cubicBezTo>
                    <a:cubicBezTo>
                      <a:pt x="438928" y="699216"/>
                      <a:pt x="457298" y="675857"/>
                      <a:pt x="469944" y="648527"/>
                    </a:cubicBezTo>
                    <a:cubicBezTo>
                      <a:pt x="482591" y="621290"/>
                      <a:pt x="488960" y="590821"/>
                      <a:pt x="488960" y="557028"/>
                    </a:cubicBezTo>
                    <a:cubicBezTo>
                      <a:pt x="488960" y="534038"/>
                      <a:pt x="485914" y="512340"/>
                      <a:pt x="479729" y="492027"/>
                    </a:cubicBezTo>
                    <a:cubicBezTo>
                      <a:pt x="473544" y="471715"/>
                      <a:pt x="463205" y="452141"/>
                      <a:pt x="448621" y="433305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42CDCA6-2A68-C374-5816-DB88566EB638}"/>
                  </a:ext>
                </a:extLst>
              </p:cNvPr>
              <p:cNvSpPr/>
              <p:nvPr/>
            </p:nvSpPr>
            <p:spPr>
              <a:xfrm>
                <a:off x="5827320" y="3694927"/>
                <a:ext cx="619586" cy="756282"/>
              </a:xfrm>
              <a:custGeom>
                <a:avLst/>
                <a:gdLst>
                  <a:gd name="connsiteX0" fmla="*/ 609125 w 619586"/>
                  <a:gd name="connsiteY0" fmla="*/ 10341 h 756282"/>
                  <a:gd name="connsiteX1" fmla="*/ 597587 w 619586"/>
                  <a:gd name="connsiteY1" fmla="*/ 0 h 756282"/>
                  <a:gd name="connsiteX2" fmla="*/ 25734 w 619586"/>
                  <a:gd name="connsiteY2" fmla="*/ 0 h 756282"/>
                  <a:gd name="connsiteX3" fmla="*/ 15395 w 619586"/>
                  <a:gd name="connsiteY3" fmla="*/ 9233 h 756282"/>
                  <a:gd name="connsiteX4" fmla="*/ 441 w 619586"/>
                  <a:gd name="connsiteY4" fmla="*/ 116244 h 756282"/>
                  <a:gd name="connsiteX5" fmla="*/ 7364 w 619586"/>
                  <a:gd name="connsiteY5" fmla="*/ 125477 h 756282"/>
                  <a:gd name="connsiteX6" fmla="*/ 240905 w 619586"/>
                  <a:gd name="connsiteY6" fmla="*/ 125477 h 756282"/>
                  <a:gd name="connsiteX7" fmla="*/ 240905 w 619586"/>
                  <a:gd name="connsiteY7" fmla="*/ 745843 h 756282"/>
                  <a:gd name="connsiteX8" fmla="*/ 251244 w 619586"/>
                  <a:gd name="connsiteY8" fmla="*/ 756184 h 756282"/>
                  <a:gd name="connsiteX9" fmla="*/ 369769 w 619586"/>
                  <a:gd name="connsiteY9" fmla="*/ 756184 h 756282"/>
                  <a:gd name="connsiteX10" fmla="*/ 378999 w 619586"/>
                  <a:gd name="connsiteY10" fmla="*/ 745843 h 756282"/>
                  <a:gd name="connsiteX11" fmla="*/ 378999 w 619586"/>
                  <a:gd name="connsiteY11" fmla="*/ 125477 h 756282"/>
                  <a:gd name="connsiteX12" fmla="*/ 611433 w 619586"/>
                  <a:gd name="connsiteY12" fmla="*/ 125477 h 756282"/>
                  <a:gd name="connsiteX13" fmla="*/ 619464 w 619586"/>
                  <a:gd name="connsiteY13" fmla="*/ 115136 h 756282"/>
                  <a:gd name="connsiteX14" fmla="*/ 609125 w 619586"/>
                  <a:gd name="connsiteY14" fmla="*/ 10433 h 756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19586" h="756282">
                    <a:moveTo>
                      <a:pt x="609125" y="10341"/>
                    </a:moveTo>
                    <a:cubicBezTo>
                      <a:pt x="608387" y="3416"/>
                      <a:pt x="604510" y="0"/>
                      <a:pt x="597587" y="0"/>
                    </a:cubicBezTo>
                    <a:lnTo>
                      <a:pt x="25734" y="0"/>
                    </a:lnTo>
                    <a:cubicBezTo>
                      <a:pt x="19549" y="0"/>
                      <a:pt x="16134" y="3047"/>
                      <a:pt x="15395" y="9233"/>
                    </a:cubicBezTo>
                    <a:lnTo>
                      <a:pt x="441" y="116244"/>
                    </a:lnTo>
                    <a:cubicBezTo>
                      <a:pt x="-1036" y="122430"/>
                      <a:pt x="1179" y="125477"/>
                      <a:pt x="7364" y="125477"/>
                    </a:cubicBezTo>
                    <a:lnTo>
                      <a:pt x="240905" y="125477"/>
                    </a:lnTo>
                    <a:lnTo>
                      <a:pt x="240905" y="745843"/>
                    </a:lnTo>
                    <a:cubicBezTo>
                      <a:pt x="240905" y="753507"/>
                      <a:pt x="244413" y="756923"/>
                      <a:pt x="251244" y="756184"/>
                    </a:cubicBezTo>
                    <a:lnTo>
                      <a:pt x="369769" y="756184"/>
                    </a:lnTo>
                    <a:cubicBezTo>
                      <a:pt x="375861" y="756184"/>
                      <a:pt x="378999" y="752676"/>
                      <a:pt x="378999" y="745843"/>
                    </a:cubicBezTo>
                    <a:lnTo>
                      <a:pt x="378999" y="125477"/>
                    </a:lnTo>
                    <a:lnTo>
                      <a:pt x="611433" y="125477"/>
                    </a:lnTo>
                    <a:cubicBezTo>
                      <a:pt x="617618" y="125477"/>
                      <a:pt x="620202" y="122060"/>
                      <a:pt x="619464" y="115136"/>
                    </a:cubicBezTo>
                    <a:lnTo>
                      <a:pt x="609125" y="10433"/>
                    </a:ln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C3C4E96-7DED-4149-BEA8-F524554AAF39}"/>
                  </a:ext>
                </a:extLst>
              </p:cNvPr>
              <p:cNvSpPr/>
              <p:nvPr/>
            </p:nvSpPr>
            <p:spPr>
              <a:xfrm>
                <a:off x="4045739" y="3692619"/>
                <a:ext cx="528190" cy="758492"/>
              </a:xfrm>
              <a:custGeom>
                <a:avLst/>
                <a:gdLst>
                  <a:gd name="connsiteX0" fmla="*/ 451482 w 528190"/>
                  <a:gd name="connsiteY0" fmla="*/ 57522 h 758492"/>
                  <a:gd name="connsiteX1" fmla="*/ 235757 w 528190"/>
                  <a:gd name="connsiteY1" fmla="*/ 0 h 758492"/>
                  <a:gd name="connsiteX2" fmla="*/ 175387 w 528190"/>
                  <a:gd name="connsiteY2" fmla="*/ 0 h 758492"/>
                  <a:gd name="connsiteX3" fmla="*/ 122494 w 528190"/>
                  <a:gd name="connsiteY3" fmla="*/ 554 h 758492"/>
                  <a:gd name="connsiteX4" fmla="*/ 69601 w 528190"/>
                  <a:gd name="connsiteY4" fmla="*/ 1662 h 758492"/>
                  <a:gd name="connsiteX5" fmla="*/ 8031 w 528190"/>
                  <a:gd name="connsiteY5" fmla="*/ 3416 h 758492"/>
                  <a:gd name="connsiteX6" fmla="*/ 0 w 528190"/>
                  <a:gd name="connsiteY6" fmla="*/ 13757 h 758492"/>
                  <a:gd name="connsiteX7" fmla="*/ 0 w 528190"/>
                  <a:gd name="connsiteY7" fmla="*/ 749260 h 758492"/>
                  <a:gd name="connsiteX8" fmla="*/ 9231 w 528190"/>
                  <a:gd name="connsiteY8" fmla="*/ 758493 h 758492"/>
                  <a:gd name="connsiteX9" fmla="*/ 127755 w 528190"/>
                  <a:gd name="connsiteY9" fmla="*/ 758493 h 758492"/>
                  <a:gd name="connsiteX10" fmla="*/ 136986 w 528190"/>
                  <a:gd name="connsiteY10" fmla="*/ 749260 h 758492"/>
                  <a:gd name="connsiteX11" fmla="*/ 136986 w 528190"/>
                  <a:gd name="connsiteY11" fmla="*/ 123168 h 758492"/>
                  <a:gd name="connsiteX12" fmla="*/ 176125 w 528190"/>
                  <a:gd name="connsiteY12" fmla="*/ 121414 h 758492"/>
                  <a:gd name="connsiteX13" fmla="*/ 231326 w 528190"/>
                  <a:gd name="connsiteY13" fmla="*/ 120860 h 758492"/>
                  <a:gd name="connsiteX14" fmla="*/ 347543 w 528190"/>
                  <a:gd name="connsiteY14" fmla="*/ 149113 h 758492"/>
                  <a:gd name="connsiteX15" fmla="*/ 390097 w 528190"/>
                  <a:gd name="connsiteY15" fmla="*/ 234888 h 758492"/>
                  <a:gd name="connsiteX16" fmla="*/ 348650 w 528190"/>
                  <a:gd name="connsiteY16" fmla="*/ 320016 h 758492"/>
                  <a:gd name="connsiteX17" fmla="*/ 311911 w 528190"/>
                  <a:gd name="connsiteY17" fmla="*/ 338759 h 758492"/>
                  <a:gd name="connsiteX18" fmla="*/ 322342 w 528190"/>
                  <a:gd name="connsiteY18" fmla="*/ 354917 h 758492"/>
                  <a:gd name="connsiteX19" fmla="*/ 365266 w 528190"/>
                  <a:gd name="connsiteY19" fmla="*/ 435152 h 758492"/>
                  <a:gd name="connsiteX20" fmla="*/ 379759 w 528190"/>
                  <a:gd name="connsiteY20" fmla="*/ 429335 h 758492"/>
                  <a:gd name="connsiteX21" fmla="*/ 485637 w 528190"/>
                  <a:gd name="connsiteY21" fmla="*/ 354548 h 758492"/>
                  <a:gd name="connsiteX22" fmla="*/ 528191 w 528190"/>
                  <a:gd name="connsiteY22" fmla="*/ 226763 h 758492"/>
                  <a:gd name="connsiteX23" fmla="*/ 451667 w 528190"/>
                  <a:gd name="connsiteY23" fmla="*/ 57614 h 758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28190" h="758492">
                    <a:moveTo>
                      <a:pt x="451482" y="57522"/>
                    </a:moveTo>
                    <a:cubicBezTo>
                      <a:pt x="400436" y="19205"/>
                      <a:pt x="328527" y="0"/>
                      <a:pt x="235757" y="0"/>
                    </a:cubicBezTo>
                    <a:lnTo>
                      <a:pt x="175387" y="0"/>
                    </a:lnTo>
                    <a:cubicBezTo>
                      <a:pt x="157294" y="0"/>
                      <a:pt x="139663" y="185"/>
                      <a:pt x="122494" y="554"/>
                    </a:cubicBezTo>
                    <a:cubicBezTo>
                      <a:pt x="105232" y="923"/>
                      <a:pt x="87601" y="1293"/>
                      <a:pt x="69601" y="1662"/>
                    </a:cubicBezTo>
                    <a:cubicBezTo>
                      <a:pt x="51601" y="2124"/>
                      <a:pt x="31016" y="2585"/>
                      <a:pt x="8031" y="3416"/>
                    </a:cubicBezTo>
                    <a:cubicBezTo>
                      <a:pt x="2677" y="3416"/>
                      <a:pt x="0" y="6833"/>
                      <a:pt x="0" y="13757"/>
                    </a:cubicBezTo>
                    <a:lnTo>
                      <a:pt x="0" y="749260"/>
                    </a:lnTo>
                    <a:cubicBezTo>
                      <a:pt x="0" y="755446"/>
                      <a:pt x="3046" y="758493"/>
                      <a:pt x="9231" y="758493"/>
                    </a:cubicBezTo>
                    <a:lnTo>
                      <a:pt x="127755" y="758493"/>
                    </a:lnTo>
                    <a:cubicBezTo>
                      <a:pt x="133848" y="758493"/>
                      <a:pt x="136986" y="755446"/>
                      <a:pt x="136986" y="749260"/>
                    </a:cubicBezTo>
                    <a:lnTo>
                      <a:pt x="136986" y="123168"/>
                    </a:lnTo>
                    <a:cubicBezTo>
                      <a:pt x="146217" y="122430"/>
                      <a:pt x="159233" y="121876"/>
                      <a:pt x="176125" y="121414"/>
                    </a:cubicBezTo>
                    <a:cubicBezTo>
                      <a:pt x="193018" y="121045"/>
                      <a:pt x="211387" y="120860"/>
                      <a:pt x="231326" y="120860"/>
                    </a:cubicBezTo>
                    <a:cubicBezTo>
                      <a:pt x="280434" y="120860"/>
                      <a:pt x="319204" y="130278"/>
                      <a:pt x="347543" y="149113"/>
                    </a:cubicBezTo>
                    <a:cubicBezTo>
                      <a:pt x="375881" y="167949"/>
                      <a:pt x="390097" y="196479"/>
                      <a:pt x="390097" y="234888"/>
                    </a:cubicBezTo>
                    <a:cubicBezTo>
                      <a:pt x="390097" y="273297"/>
                      <a:pt x="376251" y="300073"/>
                      <a:pt x="348650" y="320016"/>
                    </a:cubicBezTo>
                    <a:cubicBezTo>
                      <a:pt x="337850" y="327772"/>
                      <a:pt x="325665" y="334051"/>
                      <a:pt x="311911" y="338759"/>
                    </a:cubicBezTo>
                    <a:cubicBezTo>
                      <a:pt x="315696" y="343838"/>
                      <a:pt x="319296" y="349100"/>
                      <a:pt x="322342" y="354917"/>
                    </a:cubicBezTo>
                    <a:lnTo>
                      <a:pt x="365266" y="435152"/>
                    </a:lnTo>
                    <a:lnTo>
                      <a:pt x="379759" y="429335"/>
                    </a:lnTo>
                    <a:cubicBezTo>
                      <a:pt x="421943" y="414008"/>
                      <a:pt x="457205" y="388987"/>
                      <a:pt x="485637" y="354548"/>
                    </a:cubicBezTo>
                    <a:cubicBezTo>
                      <a:pt x="513975" y="320016"/>
                      <a:pt x="528191" y="277452"/>
                      <a:pt x="528191" y="226763"/>
                    </a:cubicBezTo>
                    <a:cubicBezTo>
                      <a:pt x="528191" y="152345"/>
                      <a:pt x="502714" y="95931"/>
                      <a:pt x="451667" y="57614"/>
                    </a:cubicBez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0D626BB-4339-5B58-03D9-0E45E4EFA8A8}"/>
                  </a:ext>
                </a:extLst>
              </p:cNvPr>
              <p:cNvSpPr/>
              <p:nvPr/>
            </p:nvSpPr>
            <p:spPr>
              <a:xfrm>
                <a:off x="4650823" y="3694927"/>
                <a:ext cx="139294" cy="427211"/>
              </a:xfrm>
              <a:custGeom>
                <a:avLst/>
                <a:gdLst>
                  <a:gd name="connsiteX0" fmla="*/ 139294 w 139294"/>
                  <a:gd name="connsiteY0" fmla="*/ 9233 h 427211"/>
                  <a:gd name="connsiteX1" fmla="*/ 130063 w 139294"/>
                  <a:gd name="connsiteY1" fmla="*/ 0 h 427211"/>
                  <a:gd name="connsiteX2" fmla="*/ 9231 w 139294"/>
                  <a:gd name="connsiteY2" fmla="*/ 0 h 427211"/>
                  <a:gd name="connsiteX3" fmla="*/ 0 w 139294"/>
                  <a:gd name="connsiteY3" fmla="*/ 10341 h 427211"/>
                  <a:gd name="connsiteX4" fmla="*/ 0 w 139294"/>
                  <a:gd name="connsiteY4" fmla="*/ 427212 h 427211"/>
                  <a:gd name="connsiteX5" fmla="*/ 139202 w 139294"/>
                  <a:gd name="connsiteY5" fmla="*/ 278560 h 427211"/>
                  <a:gd name="connsiteX6" fmla="*/ 139202 w 139294"/>
                  <a:gd name="connsiteY6" fmla="*/ 9233 h 427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9294" h="427211">
                    <a:moveTo>
                      <a:pt x="139294" y="9233"/>
                    </a:moveTo>
                    <a:cubicBezTo>
                      <a:pt x="139294" y="3047"/>
                      <a:pt x="136248" y="0"/>
                      <a:pt x="130063" y="0"/>
                    </a:cubicBezTo>
                    <a:lnTo>
                      <a:pt x="9231" y="0"/>
                    </a:lnTo>
                    <a:cubicBezTo>
                      <a:pt x="3046" y="0"/>
                      <a:pt x="0" y="3416"/>
                      <a:pt x="0" y="10341"/>
                    </a:cubicBezTo>
                    <a:lnTo>
                      <a:pt x="0" y="427212"/>
                    </a:lnTo>
                    <a:cubicBezTo>
                      <a:pt x="43293" y="374676"/>
                      <a:pt x="89909" y="325187"/>
                      <a:pt x="139202" y="278560"/>
                    </a:cubicBezTo>
                    <a:lnTo>
                      <a:pt x="139202" y="9233"/>
                    </a:ln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73ECA6D5-5058-6DE5-87AE-2A388AB43E6D}"/>
                  </a:ext>
                </a:extLst>
              </p:cNvPr>
              <p:cNvSpPr/>
              <p:nvPr/>
            </p:nvSpPr>
            <p:spPr>
              <a:xfrm>
                <a:off x="4661531" y="3751802"/>
                <a:ext cx="590130" cy="710757"/>
              </a:xfrm>
              <a:custGeom>
                <a:avLst/>
                <a:gdLst>
                  <a:gd name="connsiteX0" fmla="*/ 450744 w 590130"/>
                  <a:gd name="connsiteY0" fmla="*/ 403483 h 710757"/>
                  <a:gd name="connsiteX1" fmla="*/ 438652 w 590130"/>
                  <a:gd name="connsiteY1" fmla="*/ 491566 h 710757"/>
                  <a:gd name="connsiteX2" fmla="*/ 405328 w 590130"/>
                  <a:gd name="connsiteY2" fmla="*/ 547980 h 710757"/>
                  <a:gd name="connsiteX3" fmla="*/ 355297 w 590130"/>
                  <a:gd name="connsiteY3" fmla="*/ 578448 h 710757"/>
                  <a:gd name="connsiteX4" fmla="*/ 292065 w 590130"/>
                  <a:gd name="connsiteY4" fmla="*/ 587681 h 710757"/>
                  <a:gd name="connsiteX5" fmla="*/ 168925 w 590130"/>
                  <a:gd name="connsiteY5" fmla="*/ 538193 h 710757"/>
                  <a:gd name="connsiteX6" fmla="*/ 128678 w 590130"/>
                  <a:gd name="connsiteY6" fmla="*/ 405791 h 710757"/>
                  <a:gd name="connsiteX7" fmla="*/ 128678 w 590130"/>
                  <a:gd name="connsiteY7" fmla="*/ 327311 h 710757"/>
                  <a:gd name="connsiteX8" fmla="*/ 55293 w 590130"/>
                  <a:gd name="connsiteY8" fmla="*/ 425181 h 710757"/>
                  <a:gd name="connsiteX9" fmla="*/ 0 w 590130"/>
                  <a:gd name="connsiteY9" fmla="*/ 512340 h 710757"/>
                  <a:gd name="connsiteX10" fmla="*/ 10154 w 590130"/>
                  <a:gd name="connsiteY10" fmla="*/ 546225 h 710757"/>
                  <a:gd name="connsiteX11" fmla="*/ 69970 w 590130"/>
                  <a:gd name="connsiteY11" fmla="*/ 637725 h 710757"/>
                  <a:gd name="connsiteX12" fmla="*/ 164310 w 590130"/>
                  <a:gd name="connsiteY12" fmla="*/ 692384 h 710757"/>
                  <a:gd name="connsiteX13" fmla="*/ 287450 w 590130"/>
                  <a:gd name="connsiteY13" fmla="*/ 710758 h 710757"/>
                  <a:gd name="connsiteX14" fmla="*/ 406528 w 590130"/>
                  <a:gd name="connsiteY14" fmla="*/ 694046 h 710757"/>
                  <a:gd name="connsiteX15" fmla="*/ 502621 w 590130"/>
                  <a:gd name="connsiteY15" fmla="*/ 641141 h 710757"/>
                  <a:gd name="connsiteX16" fmla="*/ 566499 w 590130"/>
                  <a:gd name="connsiteY16" fmla="*/ 547887 h 710757"/>
                  <a:gd name="connsiteX17" fmla="*/ 590130 w 590130"/>
                  <a:gd name="connsiteY17" fmla="*/ 410315 h 710757"/>
                  <a:gd name="connsiteX18" fmla="*/ 590130 w 590130"/>
                  <a:gd name="connsiteY18" fmla="*/ 0 h 710757"/>
                  <a:gd name="connsiteX19" fmla="*/ 450929 w 590130"/>
                  <a:gd name="connsiteY19" fmla="*/ 88083 h 710757"/>
                  <a:gd name="connsiteX20" fmla="*/ 450929 w 590130"/>
                  <a:gd name="connsiteY20" fmla="*/ 403483 h 710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90130" h="710757">
                    <a:moveTo>
                      <a:pt x="450744" y="403483"/>
                    </a:moveTo>
                    <a:cubicBezTo>
                      <a:pt x="450744" y="438753"/>
                      <a:pt x="446682" y="468114"/>
                      <a:pt x="438652" y="491566"/>
                    </a:cubicBezTo>
                    <a:cubicBezTo>
                      <a:pt x="430621" y="515018"/>
                      <a:pt x="419451" y="533761"/>
                      <a:pt x="405328" y="547980"/>
                    </a:cubicBezTo>
                    <a:cubicBezTo>
                      <a:pt x="391112" y="562199"/>
                      <a:pt x="374404" y="572355"/>
                      <a:pt x="355297" y="578448"/>
                    </a:cubicBezTo>
                    <a:cubicBezTo>
                      <a:pt x="336096" y="584635"/>
                      <a:pt x="315050" y="587681"/>
                      <a:pt x="292065" y="587681"/>
                    </a:cubicBezTo>
                    <a:cubicBezTo>
                      <a:pt x="236772" y="587681"/>
                      <a:pt x="195787" y="571155"/>
                      <a:pt x="168925" y="538193"/>
                    </a:cubicBezTo>
                    <a:cubicBezTo>
                      <a:pt x="142063" y="505231"/>
                      <a:pt x="128678" y="461097"/>
                      <a:pt x="128678" y="405791"/>
                    </a:cubicBezTo>
                    <a:lnTo>
                      <a:pt x="128678" y="327311"/>
                    </a:lnTo>
                    <a:cubicBezTo>
                      <a:pt x="103109" y="359072"/>
                      <a:pt x="78370" y="391572"/>
                      <a:pt x="55293" y="425181"/>
                    </a:cubicBezTo>
                    <a:cubicBezTo>
                      <a:pt x="35816" y="453618"/>
                      <a:pt x="17631" y="482795"/>
                      <a:pt x="0" y="512340"/>
                    </a:cubicBezTo>
                    <a:cubicBezTo>
                      <a:pt x="2862" y="524159"/>
                      <a:pt x="6092" y="535607"/>
                      <a:pt x="10154" y="546225"/>
                    </a:cubicBezTo>
                    <a:cubicBezTo>
                      <a:pt x="24000" y="583065"/>
                      <a:pt x="43847" y="613534"/>
                      <a:pt x="69970" y="637725"/>
                    </a:cubicBezTo>
                    <a:cubicBezTo>
                      <a:pt x="96001" y="661915"/>
                      <a:pt x="127478" y="680104"/>
                      <a:pt x="164310" y="692384"/>
                    </a:cubicBezTo>
                    <a:cubicBezTo>
                      <a:pt x="201141" y="704664"/>
                      <a:pt x="242126" y="710758"/>
                      <a:pt x="287450" y="710758"/>
                    </a:cubicBezTo>
                    <a:cubicBezTo>
                      <a:pt x="329635" y="710758"/>
                      <a:pt x="369328" y="705218"/>
                      <a:pt x="406528" y="694046"/>
                    </a:cubicBezTo>
                    <a:cubicBezTo>
                      <a:pt x="443728" y="682966"/>
                      <a:pt x="475760" y="665331"/>
                      <a:pt x="502621" y="641141"/>
                    </a:cubicBezTo>
                    <a:cubicBezTo>
                      <a:pt x="529483" y="616950"/>
                      <a:pt x="550714" y="585835"/>
                      <a:pt x="566499" y="547887"/>
                    </a:cubicBezTo>
                    <a:cubicBezTo>
                      <a:pt x="582192" y="509940"/>
                      <a:pt x="590130" y="464052"/>
                      <a:pt x="590130" y="410315"/>
                    </a:cubicBezTo>
                    <a:lnTo>
                      <a:pt x="590130" y="0"/>
                    </a:lnTo>
                    <a:cubicBezTo>
                      <a:pt x="531791" y="24837"/>
                      <a:pt x="480836" y="62969"/>
                      <a:pt x="450929" y="88083"/>
                    </a:cubicBezTo>
                    <a:lnTo>
                      <a:pt x="450929" y="403483"/>
                    </a:lnTo>
                    <a:close/>
                  </a:path>
                </a:pathLst>
              </a:custGeom>
              <a:solidFill>
                <a:srgbClr val="2D368E"/>
              </a:solidFill>
              <a:ln w="92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E751A89-BA17-32F3-D16B-4AFC0077E70C}"/>
                </a:ext>
              </a:extLst>
            </p:cNvPr>
            <p:cNvSpPr/>
            <p:nvPr/>
          </p:nvSpPr>
          <p:spPr>
            <a:xfrm>
              <a:off x="4209864" y="3611368"/>
              <a:ext cx="1297584" cy="883151"/>
            </a:xfrm>
            <a:custGeom>
              <a:avLst/>
              <a:gdLst>
                <a:gd name="connsiteX0" fmla="*/ 970812 w 1297584"/>
                <a:gd name="connsiteY0" fmla="*/ 101102 h 883151"/>
                <a:gd name="connsiteX1" fmla="*/ 680593 w 1297584"/>
                <a:gd name="connsiteY1" fmla="*/ 274590 h 883151"/>
                <a:gd name="connsiteX2" fmla="*/ 580253 w 1297584"/>
                <a:gd name="connsiteY2" fmla="*/ 362027 h 883151"/>
                <a:gd name="connsiteX3" fmla="*/ 441051 w 1297584"/>
                <a:gd name="connsiteY3" fmla="*/ 510678 h 883151"/>
                <a:gd name="connsiteX4" fmla="*/ 438282 w 1297584"/>
                <a:gd name="connsiteY4" fmla="*/ 513910 h 883151"/>
                <a:gd name="connsiteX5" fmla="*/ 336373 w 1297584"/>
                <a:gd name="connsiteY5" fmla="*/ 651574 h 883151"/>
                <a:gd name="connsiteX6" fmla="*/ 302219 w 1297584"/>
                <a:gd name="connsiteY6" fmla="*/ 705310 h 883151"/>
                <a:gd name="connsiteX7" fmla="*/ 201141 w 1297584"/>
                <a:gd name="connsiteY7" fmla="*/ 516218 h 883151"/>
                <a:gd name="connsiteX8" fmla="*/ 158217 w 1297584"/>
                <a:gd name="connsiteY8" fmla="*/ 435891 h 883151"/>
                <a:gd name="connsiteX9" fmla="*/ 147786 w 1297584"/>
                <a:gd name="connsiteY9" fmla="*/ 419733 h 883151"/>
                <a:gd name="connsiteX10" fmla="*/ 0 w 1297584"/>
                <a:gd name="connsiteY10" fmla="*/ 380862 h 883151"/>
                <a:gd name="connsiteX11" fmla="*/ 249972 w 1297584"/>
                <a:gd name="connsiteY11" fmla="*/ 850361 h 883151"/>
                <a:gd name="connsiteX12" fmla="*/ 252280 w 1297584"/>
                <a:gd name="connsiteY12" fmla="*/ 854516 h 883151"/>
                <a:gd name="connsiteX13" fmla="*/ 288742 w 1297584"/>
                <a:gd name="connsiteY13" fmla="*/ 881753 h 883151"/>
                <a:gd name="connsiteX14" fmla="*/ 354743 w 1297584"/>
                <a:gd name="connsiteY14" fmla="*/ 844452 h 883151"/>
                <a:gd name="connsiteX15" fmla="*/ 385205 w 1297584"/>
                <a:gd name="connsiteY15" fmla="*/ 775204 h 883151"/>
                <a:gd name="connsiteX16" fmla="*/ 422128 w 1297584"/>
                <a:gd name="connsiteY16" fmla="*/ 703556 h 883151"/>
                <a:gd name="connsiteX17" fmla="*/ 451759 w 1297584"/>
                <a:gd name="connsiteY17" fmla="*/ 652590 h 883151"/>
                <a:gd name="connsiteX18" fmla="*/ 507052 w 1297584"/>
                <a:gd name="connsiteY18" fmla="*/ 565430 h 883151"/>
                <a:gd name="connsiteX19" fmla="*/ 580438 w 1297584"/>
                <a:gd name="connsiteY19" fmla="*/ 467560 h 883151"/>
                <a:gd name="connsiteX20" fmla="*/ 718070 w 1297584"/>
                <a:gd name="connsiteY20" fmla="*/ 317893 h 883151"/>
                <a:gd name="connsiteX21" fmla="*/ 983366 w 1297584"/>
                <a:gd name="connsiteY21" fmla="*/ 126769 h 883151"/>
                <a:gd name="connsiteX22" fmla="*/ 1297585 w 1297584"/>
                <a:gd name="connsiteY22" fmla="*/ 0 h 883151"/>
                <a:gd name="connsiteX23" fmla="*/ 971089 w 1297584"/>
                <a:gd name="connsiteY23" fmla="*/ 100917 h 88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7584" h="883151">
                  <a:moveTo>
                    <a:pt x="970812" y="101102"/>
                  </a:moveTo>
                  <a:cubicBezTo>
                    <a:pt x="867241" y="145143"/>
                    <a:pt x="769671" y="204419"/>
                    <a:pt x="680593" y="274590"/>
                  </a:cubicBezTo>
                  <a:cubicBezTo>
                    <a:pt x="645700" y="302012"/>
                    <a:pt x="612561" y="331558"/>
                    <a:pt x="580253" y="362027"/>
                  </a:cubicBezTo>
                  <a:cubicBezTo>
                    <a:pt x="530960" y="408653"/>
                    <a:pt x="484252" y="458142"/>
                    <a:pt x="441051" y="510678"/>
                  </a:cubicBezTo>
                  <a:cubicBezTo>
                    <a:pt x="440128" y="511786"/>
                    <a:pt x="439205" y="512802"/>
                    <a:pt x="438282" y="513910"/>
                  </a:cubicBezTo>
                  <a:cubicBezTo>
                    <a:pt x="402189" y="558044"/>
                    <a:pt x="368128" y="603932"/>
                    <a:pt x="336373" y="651574"/>
                  </a:cubicBezTo>
                  <a:cubicBezTo>
                    <a:pt x="324558" y="669209"/>
                    <a:pt x="313296" y="687213"/>
                    <a:pt x="302219" y="705310"/>
                  </a:cubicBezTo>
                  <a:lnTo>
                    <a:pt x="201141" y="516218"/>
                  </a:lnTo>
                  <a:lnTo>
                    <a:pt x="158217" y="435891"/>
                  </a:lnTo>
                  <a:cubicBezTo>
                    <a:pt x="155171" y="430166"/>
                    <a:pt x="151571" y="424811"/>
                    <a:pt x="147786" y="419733"/>
                  </a:cubicBezTo>
                  <a:cubicBezTo>
                    <a:pt x="113909" y="374861"/>
                    <a:pt x="52985" y="357687"/>
                    <a:pt x="0" y="380862"/>
                  </a:cubicBezTo>
                  <a:lnTo>
                    <a:pt x="249972" y="850361"/>
                  </a:lnTo>
                  <a:lnTo>
                    <a:pt x="252280" y="854516"/>
                  </a:lnTo>
                  <a:cubicBezTo>
                    <a:pt x="259665" y="867627"/>
                    <a:pt x="272403" y="877875"/>
                    <a:pt x="288742" y="881753"/>
                  </a:cubicBezTo>
                  <a:cubicBezTo>
                    <a:pt x="316619" y="888308"/>
                    <a:pt x="344496" y="871135"/>
                    <a:pt x="354743" y="844452"/>
                  </a:cubicBezTo>
                  <a:cubicBezTo>
                    <a:pt x="363143" y="822754"/>
                    <a:pt x="374220" y="798102"/>
                    <a:pt x="385205" y="775204"/>
                  </a:cubicBezTo>
                  <a:cubicBezTo>
                    <a:pt x="396835" y="751106"/>
                    <a:pt x="409113" y="727193"/>
                    <a:pt x="422128" y="703556"/>
                  </a:cubicBezTo>
                  <a:cubicBezTo>
                    <a:pt x="431544" y="686382"/>
                    <a:pt x="441698" y="669486"/>
                    <a:pt x="451759" y="652590"/>
                  </a:cubicBezTo>
                  <a:cubicBezTo>
                    <a:pt x="469390" y="623044"/>
                    <a:pt x="487575" y="593868"/>
                    <a:pt x="507052" y="565430"/>
                  </a:cubicBezTo>
                  <a:cubicBezTo>
                    <a:pt x="530129" y="531822"/>
                    <a:pt x="554776" y="499414"/>
                    <a:pt x="580438" y="467560"/>
                  </a:cubicBezTo>
                  <a:cubicBezTo>
                    <a:pt x="622900" y="414747"/>
                    <a:pt x="668500" y="364427"/>
                    <a:pt x="718070" y="317893"/>
                  </a:cubicBezTo>
                  <a:cubicBezTo>
                    <a:pt x="797456" y="243475"/>
                    <a:pt x="886349" y="178290"/>
                    <a:pt x="983366" y="126769"/>
                  </a:cubicBezTo>
                  <a:cubicBezTo>
                    <a:pt x="1080197" y="74972"/>
                    <a:pt x="1186814" y="24837"/>
                    <a:pt x="1297585" y="0"/>
                  </a:cubicBezTo>
                  <a:cubicBezTo>
                    <a:pt x="1187091" y="12372"/>
                    <a:pt x="1074567" y="56506"/>
                    <a:pt x="971089" y="100917"/>
                  </a:cubicBezTo>
                  <a:close/>
                </a:path>
              </a:pathLst>
            </a:custGeom>
            <a:solidFill>
              <a:srgbClr val="F1B659"/>
            </a:solidFill>
            <a:ln w="92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D3956C-39C3-F1BE-FB4D-E2EE4667251D}"/>
              </a:ext>
            </a:extLst>
          </p:cNvPr>
          <p:cNvCxnSpPr>
            <a:cxnSpLocks/>
          </p:cNvCxnSpPr>
          <p:nvPr userDrawn="1"/>
        </p:nvCxnSpPr>
        <p:spPr>
          <a:xfrm>
            <a:off x="359999" y="900000"/>
            <a:ext cx="11520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bject 4">
            <a:extLst>
              <a:ext uri="{FF2B5EF4-FFF2-40B4-BE49-F238E27FC236}">
                <a16:creationId xmlns:a16="http://schemas.microsoft.com/office/drawing/2014/main" id="{C41B58D6-9239-F3A4-F393-8A1578D53FF8}"/>
              </a:ext>
            </a:extLst>
          </p:cNvPr>
          <p:cNvSpPr/>
          <p:nvPr userDrawn="1"/>
        </p:nvSpPr>
        <p:spPr>
          <a:xfrm>
            <a:off x="359999" y="900000"/>
            <a:ext cx="9000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56387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F858095-3C19-F331-8470-C3294D4742C2}"/>
              </a:ext>
            </a:extLst>
          </p:cNvPr>
          <p:cNvCxnSpPr>
            <a:cxnSpLocks/>
          </p:cNvCxnSpPr>
          <p:nvPr userDrawn="1"/>
        </p:nvCxnSpPr>
        <p:spPr>
          <a:xfrm>
            <a:off x="360000" y="6444000"/>
            <a:ext cx="11541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83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40404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B0E16-2704-466E-3EE6-95E83DD45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www.ndrwarehousing.com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4B06A-BDF8-29BC-7131-D310D5DC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0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C12612A5-A9BF-EF3F-89D4-79530960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324000"/>
          </a:xfrm>
        </p:spPr>
        <p:txBody>
          <a:bodyPr/>
          <a:lstStyle/>
          <a:p>
            <a:r>
              <a:rPr lang="en-US" sz="34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IN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E3439C-67A4-4D14-AC7B-248B0F770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20579"/>
              </p:ext>
            </p:extLst>
          </p:nvPr>
        </p:nvGraphicFramePr>
        <p:xfrm>
          <a:off x="359999" y="1082640"/>
          <a:ext cx="11537999" cy="5174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7999">
                  <a:extLst>
                    <a:ext uri="{9D8B030D-6E8A-4147-A177-3AD203B41FA5}">
                      <a16:colId xmlns:a16="http://schemas.microsoft.com/office/drawing/2014/main" val="3159183880"/>
                    </a:ext>
                  </a:extLst>
                </a:gridCol>
              </a:tblGrid>
              <a:tr h="664723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NDR SMART -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348905"/>
                  </a:ext>
                </a:extLst>
              </a:tr>
              <a:tr h="4509599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29595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A9D42BD3-D334-BC9F-5D20-9F0C8A3E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5" y="1834108"/>
            <a:ext cx="11309434" cy="425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9A282-E04A-2978-80D1-F56FC60B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www.ndrwarehousing.com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A7D0AE-F355-54A0-BB0B-397B1BC8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BCB9724-68E8-9C47-C230-D62AB37C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324000"/>
          </a:xfrm>
        </p:spPr>
        <p:txBody>
          <a:bodyPr/>
          <a:lstStyle/>
          <a:p>
            <a:r>
              <a:rPr lang="en-US" sz="34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endParaRPr lang="en-IN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26EBC7-2FAC-FE53-593E-EA6D3F1CCFAB}"/>
              </a:ext>
            </a:extLst>
          </p:cNvPr>
          <p:cNvSpPr/>
          <p:nvPr/>
        </p:nvSpPr>
        <p:spPr>
          <a:xfrm>
            <a:off x="4775791" y="2798130"/>
            <a:ext cx="2761307" cy="9777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NDR SMART SPACES PRIVATE LIMITED</a:t>
            </a:r>
            <a:endParaRPr lang="en-IN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5FA74F-A345-D650-B543-8D821323000F}"/>
              </a:ext>
            </a:extLst>
          </p:cNvPr>
          <p:cNvSpPr/>
          <p:nvPr/>
        </p:nvSpPr>
        <p:spPr>
          <a:xfrm>
            <a:off x="380850" y="2930540"/>
            <a:ext cx="1944989" cy="7061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SPV</a:t>
            </a:r>
          </a:p>
          <a:p>
            <a:pPr algn="ctr"/>
            <a:r>
              <a:rPr lang="en-US" sz="900" dirty="0"/>
              <a:t>(Owns / Leases - Land &amp; Constructs Warehouse)</a:t>
            </a:r>
            <a:endParaRPr lang="en-IN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D9ABBC-B298-09FE-9C05-0A25C2A20B38}"/>
              </a:ext>
            </a:extLst>
          </p:cNvPr>
          <p:cNvSpPr txBox="1"/>
          <p:nvPr/>
        </p:nvSpPr>
        <p:spPr>
          <a:xfrm>
            <a:off x="2994524" y="3034255"/>
            <a:ext cx="932507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Ownership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DA7801-C36A-E7C5-FC55-20F31403EFFE}"/>
              </a:ext>
            </a:extLst>
          </p:cNvPr>
          <p:cNvSpPr/>
          <p:nvPr/>
        </p:nvSpPr>
        <p:spPr>
          <a:xfrm>
            <a:off x="1049535" y="4938747"/>
            <a:ext cx="1944989" cy="70617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NDR InvIT Trust</a:t>
            </a:r>
            <a:endParaRPr lang="en-IN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888D2C-867D-DEBA-EE1B-4C20CDB0A72C}"/>
              </a:ext>
            </a:extLst>
          </p:cNvPr>
          <p:cNvSpPr txBox="1"/>
          <p:nvPr/>
        </p:nvSpPr>
        <p:spPr>
          <a:xfrm>
            <a:off x="168458" y="2034805"/>
            <a:ext cx="137135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Project Management &amp; Consultancy Services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E2641B-7D0F-B13B-CFB2-E62F5B0C93E7}"/>
              </a:ext>
            </a:extLst>
          </p:cNvPr>
          <p:cNvSpPr txBox="1"/>
          <p:nvPr/>
        </p:nvSpPr>
        <p:spPr>
          <a:xfrm>
            <a:off x="3086688" y="4632049"/>
            <a:ext cx="137135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Consideration Paid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0C6572-429E-4AA9-D4F3-374285B5ECAB}"/>
              </a:ext>
            </a:extLst>
          </p:cNvPr>
          <p:cNvSpPr/>
          <p:nvPr/>
        </p:nvSpPr>
        <p:spPr>
          <a:xfrm>
            <a:off x="2114194" y="1345490"/>
            <a:ext cx="1944989" cy="7061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NDR Asset Management Pvt Ltd</a:t>
            </a:r>
          </a:p>
          <a:p>
            <a:pPr algn="ctr"/>
            <a:r>
              <a:rPr lang="en-US" sz="900" dirty="0"/>
              <a:t>(Project Management Company)</a:t>
            </a:r>
            <a:endParaRPr lang="en-IN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A9DD7A-B530-957F-DC87-7281E947DACC}"/>
              </a:ext>
            </a:extLst>
          </p:cNvPr>
          <p:cNvSpPr txBox="1"/>
          <p:nvPr/>
        </p:nvSpPr>
        <p:spPr>
          <a:xfrm>
            <a:off x="4480499" y="2193605"/>
            <a:ext cx="128035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100% Ownership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F334D2-1191-CCD1-B6D1-FFAE1021A036}"/>
              </a:ext>
            </a:extLst>
          </p:cNvPr>
          <p:cNvSpPr txBox="1"/>
          <p:nvPr/>
        </p:nvSpPr>
        <p:spPr>
          <a:xfrm>
            <a:off x="2098354" y="2402103"/>
            <a:ext cx="137135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PMC Fee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7B77BD-4E86-30CD-C0E4-F9B48F21F042}"/>
              </a:ext>
            </a:extLst>
          </p:cNvPr>
          <p:cNvSpPr txBox="1"/>
          <p:nvPr/>
        </p:nvSpPr>
        <p:spPr>
          <a:xfrm>
            <a:off x="1412678" y="4340777"/>
            <a:ext cx="137135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Sale of SPV ownership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F635B-EBD4-F20F-252A-E5C0406E98B9}"/>
              </a:ext>
            </a:extLst>
          </p:cNvPr>
          <p:cNvSpPr/>
          <p:nvPr/>
        </p:nvSpPr>
        <p:spPr>
          <a:xfrm>
            <a:off x="8581409" y="1319765"/>
            <a:ext cx="1944989" cy="70617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Ave Acres LLP</a:t>
            </a:r>
          </a:p>
          <a:p>
            <a:pPr algn="ctr"/>
            <a:r>
              <a:rPr lang="en-US" sz="900" dirty="0"/>
              <a:t>(Development Entity)`</a:t>
            </a:r>
            <a:endParaRPr lang="en-IN" sz="9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288A969-6D68-0504-D12F-BB334A599514}"/>
              </a:ext>
            </a:extLst>
          </p:cNvPr>
          <p:cNvGrpSpPr/>
          <p:nvPr/>
        </p:nvGrpSpPr>
        <p:grpSpPr>
          <a:xfrm>
            <a:off x="9318365" y="2753250"/>
            <a:ext cx="2706937" cy="914400"/>
            <a:chOff x="8622356" y="2643720"/>
            <a:chExt cx="2706937" cy="914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F2A1FB8-8481-D2B9-5B5A-48C9D132B9A0}"/>
                </a:ext>
              </a:extLst>
            </p:cNvPr>
            <p:cNvSpPr/>
            <p:nvPr/>
          </p:nvSpPr>
          <p:spPr>
            <a:xfrm flipH="1">
              <a:off x="8622356" y="2643720"/>
              <a:ext cx="2706937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endParaRPr lang="en-US" sz="1100" dirty="0"/>
            </a:p>
            <a:p>
              <a:pPr algn="ctr"/>
              <a:r>
                <a:rPr lang="en-US" sz="1100" dirty="0"/>
                <a:t>Land</a:t>
              </a:r>
              <a:endParaRPr lang="en-IN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91DB3E-8839-8291-EE6C-B2445B6FB306}"/>
                </a:ext>
              </a:extLst>
            </p:cNvPr>
            <p:cNvSpPr/>
            <p:nvPr/>
          </p:nvSpPr>
          <p:spPr>
            <a:xfrm>
              <a:off x="10088295" y="2873872"/>
              <a:ext cx="1083633" cy="41314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SPV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9A8C14-3D90-97AC-2370-82DA38327C39}"/>
                </a:ext>
              </a:extLst>
            </p:cNvPr>
            <p:cNvSpPr/>
            <p:nvPr/>
          </p:nvSpPr>
          <p:spPr>
            <a:xfrm>
              <a:off x="8783457" y="2873872"/>
              <a:ext cx="1083633" cy="41314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NDR SS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21041C9-6924-98E1-D27C-EAAD39E15BF3}"/>
              </a:ext>
            </a:extLst>
          </p:cNvPr>
          <p:cNvSpPr/>
          <p:nvPr/>
        </p:nvSpPr>
        <p:spPr>
          <a:xfrm>
            <a:off x="9048771" y="4938747"/>
            <a:ext cx="1944989" cy="70617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Third Parties</a:t>
            </a:r>
            <a:endParaRPr lang="en-IN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00008D-E692-0430-1DCF-D9E7C29D7A33}"/>
              </a:ext>
            </a:extLst>
          </p:cNvPr>
          <p:cNvSpPr txBox="1"/>
          <p:nvPr/>
        </p:nvSpPr>
        <p:spPr>
          <a:xfrm>
            <a:off x="8290386" y="4023434"/>
            <a:ext cx="137135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Sale of Developed Land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6DCD74-902A-8FDF-01AD-17B6E75D08DF}"/>
              </a:ext>
            </a:extLst>
          </p:cNvPr>
          <p:cNvSpPr txBox="1"/>
          <p:nvPr/>
        </p:nvSpPr>
        <p:spPr>
          <a:xfrm>
            <a:off x="10332120" y="4230914"/>
            <a:ext cx="137135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Consideration Paid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37C43-050E-F228-468E-13CF1C5026D3}"/>
              </a:ext>
            </a:extLst>
          </p:cNvPr>
          <p:cNvSpPr txBox="1"/>
          <p:nvPr/>
        </p:nvSpPr>
        <p:spPr>
          <a:xfrm>
            <a:off x="8632689" y="2155932"/>
            <a:ext cx="12962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Land Development Services - Plotting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FE8B09-0057-E98E-CD71-27953F5D7F51}"/>
              </a:ext>
            </a:extLst>
          </p:cNvPr>
          <p:cNvSpPr txBox="1"/>
          <p:nvPr/>
        </p:nvSpPr>
        <p:spPr>
          <a:xfrm>
            <a:off x="10357655" y="2258245"/>
            <a:ext cx="1371352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Development Fee</a:t>
            </a:r>
            <a:endParaRPr lang="en-IN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B89348-89F4-AE41-0E06-651CEB578016}"/>
              </a:ext>
            </a:extLst>
          </p:cNvPr>
          <p:cNvCxnSpPr>
            <a:endCxn id="15" idx="3"/>
          </p:cNvCxnSpPr>
          <p:nvPr/>
        </p:nvCxnSpPr>
        <p:spPr>
          <a:xfrm flipH="1" flipV="1">
            <a:off x="4059183" y="1698576"/>
            <a:ext cx="716608" cy="1099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9760A4B-5300-077A-0881-653CB1721986}"/>
              </a:ext>
            </a:extLst>
          </p:cNvPr>
          <p:cNvCxnSpPr/>
          <p:nvPr/>
        </p:nvCxnSpPr>
        <p:spPr>
          <a:xfrm flipH="1">
            <a:off x="1049535" y="2051661"/>
            <a:ext cx="1276304" cy="878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5E46C8-9542-D93B-9BD9-D199311DBE6C}"/>
              </a:ext>
            </a:extLst>
          </p:cNvPr>
          <p:cNvCxnSpPr/>
          <p:nvPr/>
        </p:nvCxnSpPr>
        <p:spPr>
          <a:xfrm flipV="1">
            <a:off x="1788147" y="2051661"/>
            <a:ext cx="1206377" cy="878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5127F87-5359-5601-7A3B-3C2C6EA52DB4}"/>
              </a:ext>
            </a:extLst>
          </p:cNvPr>
          <p:cNvCxnSpPr/>
          <p:nvPr/>
        </p:nvCxnSpPr>
        <p:spPr>
          <a:xfrm flipV="1">
            <a:off x="2657279" y="3775905"/>
            <a:ext cx="2118512" cy="11417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6DA0ABB-D01A-594C-6984-83E9B799D890}"/>
              </a:ext>
            </a:extLst>
          </p:cNvPr>
          <p:cNvCxnSpPr>
            <a:endCxn id="11" idx="0"/>
          </p:cNvCxnSpPr>
          <p:nvPr/>
        </p:nvCxnSpPr>
        <p:spPr>
          <a:xfrm flipH="1">
            <a:off x="2022030" y="3441428"/>
            <a:ext cx="2753761" cy="14973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60BC12-F3C2-92D2-5C2B-AD4E440830DC}"/>
              </a:ext>
            </a:extLst>
          </p:cNvPr>
          <p:cNvCxnSpPr>
            <a:stCxn id="2" idx="1"/>
            <a:endCxn id="8" idx="3"/>
          </p:cNvCxnSpPr>
          <p:nvPr/>
        </p:nvCxnSpPr>
        <p:spPr>
          <a:xfrm flipH="1" flipV="1">
            <a:off x="2325839" y="3283626"/>
            <a:ext cx="2449952" cy="3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87985D7-0D54-8B8C-85CF-56705B0A35D4}"/>
              </a:ext>
            </a:extLst>
          </p:cNvPr>
          <p:cNvCxnSpPr>
            <a:endCxn id="19" idx="1"/>
          </p:cNvCxnSpPr>
          <p:nvPr/>
        </p:nvCxnSpPr>
        <p:spPr>
          <a:xfrm flipV="1">
            <a:off x="7537098" y="1672851"/>
            <a:ext cx="1044311" cy="111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A1FA2B6-EF5D-91CC-E409-66A9E2D650C5}"/>
              </a:ext>
            </a:extLst>
          </p:cNvPr>
          <p:cNvSpPr txBox="1"/>
          <p:nvPr/>
        </p:nvSpPr>
        <p:spPr>
          <a:xfrm>
            <a:off x="6778900" y="2143571"/>
            <a:ext cx="128035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95% Ownership</a:t>
            </a:r>
            <a:endParaRPr lang="en-I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AB009EB-6584-AECF-C028-E6BFB97A0AD5}"/>
              </a:ext>
            </a:extLst>
          </p:cNvPr>
          <p:cNvCxnSpPr/>
          <p:nvPr/>
        </p:nvCxnSpPr>
        <p:spPr>
          <a:xfrm>
            <a:off x="9625180" y="2034805"/>
            <a:ext cx="548724" cy="718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3CA140-B7C8-D067-92C1-A04880B9AC2C}"/>
              </a:ext>
            </a:extLst>
          </p:cNvPr>
          <p:cNvCxnSpPr>
            <a:stCxn id="20" idx="0"/>
          </p:cNvCxnSpPr>
          <p:nvPr/>
        </p:nvCxnSpPr>
        <p:spPr>
          <a:xfrm flipH="1" flipV="1">
            <a:off x="10112721" y="2041943"/>
            <a:ext cx="559112" cy="7113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AE7F664-0E61-A0DF-F9D5-428AD86500BF}"/>
              </a:ext>
            </a:extLst>
          </p:cNvPr>
          <p:cNvCxnSpPr>
            <a:cxnSpLocks/>
          </p:cNvCxnSpPr>
          <p:nvPr/>
        </p:nvCxnSpPr>
        <p:spPr>
          <a:xfrm>
            <a:off x="9625180" y="3636711"/>
            <a:ext cx="0" cy="130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3C6E0FB-5011-24D1-763C-0E4D8A384583}"/>
              </a:ext>
            </a:extLst>
          </p:cNvPr>
          <p:cNvCxnSpPr>
            <a:cxnSpLocks/>
          </p:cNvCxnSpPr>
          <p:nvPr/>
        </p:nvCxnSpPr>
        <p:spPr>
          <a:xfrm flipV="1">
            <a:off x="10173904" y="3636711"/>
            <a:ext cx="0" cy="1302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8715142-66CF-5340-CE3A-3A0E470EF282}"/>
              </a:ext>
            </a:extLst>
          </p:cNvPr>
          <p:cNvSpPr/>
          <p:nvPr/>
        </p:nvSpPr>
        <p:spPr>
          <a:xfrm flipH="1">
            <a:off x="5501672" y="4633670"/>
            <a:ext cx="1309545" cy="401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Warehouses</a:t>
            </a:r>
            <a:endParaRPr lang="en-IN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1DB07B-B5FE-98EF-1A9B-FAAB84C7831D}"/>
              </a:ext>
            </a:extLst>
          </p:cNvPr>
          <p:cNvCxnSpPr>
            <a:stCxn id="64" idx="0"/>
            <a:endCxn id="2" idx="2"/>
          </p:cNvCxnSpPr>
          <p:nvPr/>
        </p:nvCxnSpPr>
        <p:spPr>
          <a:xfrm flipV="1">
            <a:off x="6156444" y="3775905"/>
            <a:ext cx="1" cy="857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5E45086-19C5-4470-A633-D4747B18EE38}"/>
              </a:ext>
            </a:extLst>
          </p:cNvPr>
          <p:cNvSpPr txBox="1"/>
          <p:nvPr/>
        </p:nvSpPr>
        <p:spPr>
          <a:xfrm>
            <a:off x="6154249" y="4121898"/>
            <a:ext cx="137135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Rental Income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94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889A-152F-86B6-A71F-40E6623F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49E33-90EB-5C2E-997F-DD9E5DFF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www.ndrwarehousing.com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9091F-1E8C-88A7-59F6-86B5F3171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413D1-5B0A-7241-994B-EEECE0FECBC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801229D3-DD9C-D765-DF9B-E2486D5B9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0515600" cy="324000"/>
          </a:xfrm>
        </p:spPr>
        <p:txBody>
          <a:bodyPr/>
          <a:lstStyle/>
          <a:p>
            <a:r>
              <a:rPr lang="en-US" sz="3400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Roadmap</a:t>
            </a:r>
            <a:endParaRPr lang="en-IN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6DF2A3-7E13-7F83-21DE-DF0455876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481959"/>
              </p:ext>
            </p:extLst>
          </p:nvPr>
        </p:nvGraphicFramePr>
        <p:xfrm>
          <a:off x="359999" y="1055988"/>
          <a:ext cx="3487282" cy="514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7282">
                  <a:extLst>
                    <a:ext uri="{9D8B030D-6E8A-4147-A177-3AD203B41FA5}">
                      <a16:colId xmlns:a16="http://schemas.microsoft.com/office/drawing/2014/main" val="3159183880"/>
                    </a:ext>
                  </a:extLst>
                </a:gridCol>
              </a:tblGrid>
              <a:tr h="634971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WAREHOUSING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348905"/>
                  </a:ext>
                </a:extLst>
              </a:tr>
              <a:tr h="3020714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295959"/>
                  </a:ext>
                </a:extLst>
              </a:tr>
              <a:tr h="149102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7838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B8DAAFB-5888-D192-A975-750A37D79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51" y="1705742"/>
            <a:ext cx="2901843" cy="3015323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A953AD-6D24-E553-0EEB-FF5EAAC5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778446"/>
              </p:ext>
            </p:extLst>
          </p:nvPr>
        </p:nvGraphicFramePr>
        <p:xfrm>
          <a:off x="8383541" y="1055988"/>
          <a:ext cx="3487282" cy="509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7282">
                  <a:extLst>
                    <a:ext uri="{9D8B030D-6E8A-4147-A177-3AD203B41FA5}">
                      <a16:colId xmlns:a16="http://schemas.microsoft.com/office/drawing/2014/main" val="3159183880"/>
                    </a:ext>
                  </a:extLst>
                </a:gridCol>
              </a:tblGrid>
              <a:tr h="62846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PLOTTING LOCATIONS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6348905"/>
                  </a:ext>
                </a:extLst>
              </a:tr>
              <a:tr h="2989770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295959"/>
                  </a:ext>
                </a:extLst>
              </a:tr>
              <a:tr h="1475751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78383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CB1423C0-6F67-64B0-4E91-24FFE7976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748" y="1705742"/>
            <a:ext cx="2607782" cy="3101303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7E8C756-EA18-4193-82EC-B2D37142C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45478"/>
              </p:ext>
            </p:extLst>
          </p:nvPr>
        </p:nvGraphicFramePr>
        <p:xfrm>
          <a:off x="386758" y="4717020"/>
          <a:ext cx="3433764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6882">
                  <a:extLst>
                    <a:ext uri="{9D8B030D-6E8A-4147-A177-3AD203B41FA5}">
                      <a16:colId xmlns:a16="http://schemas.microsoft.com/office/drawing/2014/main" val="1934434332"/>
                    </a:ext>
                  </a:extLst>
                </a:gridCol>
                <a:gridCol w="1716882">
                  <a:extLst>
                    <a:ext uri="{9D8B030D-6E8A-4147-A177-3AD203B41FA5}">
                      <a16:colId xmlns:a16="http://schemas.microsoft.com/office/drawing/2014/main" val="3994568390"/>
                    </a:ext>
                  </a:extLst>
                </a:gridCol>
              </a:tblGrid>
              <a:tr h="1432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dirty="0"/>
                        <a:t>South Zone: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Chennai – Nallur, </a:t>
                      </a:r>
                      <a:r>
                        <a:rPr lang="en-US" sz="1000" dirty="0" err="1"/>
                        <a:t>Krishnapuram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Kandigai</a:t>
                      </a:r>
                      <a:r>
                        <a:rPr lang="en-US" sz="1000" dirty="0"/>
                        <a:t>, Oragadam,  </a:t>
                      </a:r>
                      <a:r>
                        <a:rPr lang="en-US" sz="1000" dirty="0" err="1"/>
                        <a:t>Walajapet</a:t>
                      </a:r>
                      <a:endParaRPr lang="en-US" sz="10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Bangalore – Bidadi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Hosur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Kochi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dirty="0"/>
                        <a:t>West Zone: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Hyderabad, Pune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East Zone: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Kolkata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Varanasi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Lucknow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Kanpur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1" u="sng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North Zone: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Ghaziabad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91931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44FA89D6-F359-B92C-AD61-E4CB8B8AC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57968"/>
              </p:ext>
            </p:extLst>
          </p:nvPr>
        </p:nvGraphicFramePr>
        <p:xfrm>
          <a:off x="8371478" y="4807046"/>
          <a:ext cx="3433764" cy="1342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6882">
                  <a:extLst>
                    <a:ext uri="{9D8B030D-6E8A-4147-A177-3AD203B41FA5}">
                      <a16:colId xmlns:a16="http://schemas.microsoft.com/office/drawing/2014/main" val="1934434332"/>
                    </a:ext>
                  </a:extLst>
                </a:gridCol>
                <a:gridCol w="1716882">
                  <a:extLst>
                    <a:ext uri="{9D8B030D-6E8A-4147-A177-3AD203B41FA5}">
                      <a16:colId xmlns:a16="http://schemas.microsoft.com/office/drawing/2014/main" val="3994568390"/>
                    </a:ext>
                  </a:extLst>
                </a:gridCol>
              </a:tblGrid>
              <a:tr h="1342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dirty="0"/>
                        <a:t>Tamil Nadu: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Coimbatore – 15 Acres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Chettipalayam – 6 Acres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 err="1"/>
                        <a:t>Echankarnai</a:t>
                      </a:r>
                      <a:r>
                        <a:rPr lang="en-US" sz="1000" dirty="0"/>
                        <a:t> – 6 Acres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u="sng" dirty="0"/>
                        <a:t>Mumbai: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 err="1"/>
                        <a:t>Aavsome</a:t>
                      </a:r>
                      <a:r>
                        <a:rPr lang="en-US" sz="1000" dirty="0"/>
                        <a:t> – 40 Acres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691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906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ND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E3090"/>
      </a:accent1>
      <a:accent2>
        <a:srgbClr val="F2B658"/>
      </a:accent2>
      <a:accent3>
        <a:srgbClr val="11111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Custom Design">
  <a:themeElements>
    <a:clrScheme name="NDR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2E3090"/>
      </a:accent1>
      <a:accent2>
        <a:srgbClr val="F2B658"/>
      </a:accent2>
      <a:accent3>
        <a:srgbClr val="111111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497C88E3116C4BAD536F15FA41CAAC" ma:contentTypeVersion="15" ma:contentTypeDescription="Create a new document." ma:contentTypeScope="" ma:versionID="402913ed21c8cdc9e1382d62d5dbd685">
  <xsd:schema xmlns:xsd="http://www.w3.org/2001/XMLSchema" xmlns:xs="http://www.w3.org/2001/XMLSchema" xmlns:p="http://schemas.microsoft.com/office/2006/metadata/properties" xmlns:ns3="5de19396-f9dd-41fe-ad3d-5fd53ab108d7" xmlns:ns4="8d6b6c35-da50-4245-8670-74d0d8229918" targetNamespace="http://schemas.microsoft.com/office/2006/metadata/properties" ma:root="true" ma:fieldsID="5aac9c53f13da153b3789fd3b1cf2a1a" ns3:_="" ns4:_="">
    <xsd:import namespace="5de19396-f9dd-41fe-ad3d-5fd53ab108d7"/>
    <xsd:import namespace="8d6b6c35-da50-4245-8670-74d0d822991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19396-f9dd-41fe-ad3d-5fd53ab108d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b6c35-da50-4245-8670-74d0d822991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e19396-f9dd-41fe-ad3d-5fd53ab108d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BE11D8-520D-472B-8462-C5198E2378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19396-f9dd-41fe-ad3d-5fd53ab108d7"/>
    <ds:schemaRef ds:uri="8d6b6c35-da50-4245-8670-74d0d82299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CCF979-2D06-4343-8706-9466F9216A76}">
  <ds:schemaRefs>
    <ds:schemaRef ds:uri="http://purl.org/dc/dcmitype/"/>
    <ds:schemaRef ds:uri="http://www.w3.org/XML/1998/namespace"/>
    <ds:schemaRef ds:uri="http://purl.org/dc/elements/1.1/"/>
    <ds:schemaRef ds:uri="8d6b6c35-da50-4245-8670-74d0d8229918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5de19396-f9dd-41fe-ad3d-5fd53ab108d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BC3ED0-4CA2-4D24-9BC9-51E39BBFFF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13997</TotalTime>
  <Words>164</Words>
  <Application>Microsoft Office PowerPoint</Application>
  <PresentationFormat>Widescreen</PresentationFormat>
  <Paragraphs>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Custom Design</vt:lpstr>
      <vt:lpstr>1_Custom Design</vt:lpstr>
      <vt:lpstr>Overview</vt:lpstr>
      <vt:lpstr>Structure</vt:lpstr>
      <vt:lpstr>Growth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NDR InvIT Trust - Investor Presentation[96].pdf</dc:title>
  <dc:creator>Rushabh Shah</dc:creator>
  <cp:lastModifiedBy>Achala Reddy</cp:lastModifiedBy>
  <cp:revision>343</cp:revision>
  <cp:lastPrinted>2024-08-09T15:16:15Z</cp:lastPrinted>
  <dcterms:created xsi:type="dcterms:W3CDTF">2006-08-16T00:00:00Z</dcterms:created>
  <dcterms:modified xsi:type="dcterms:W3CDTF">2026-08-06T07:09:40Z</dcterms:modified>
  <dc:identifier>DAGGqsRojgQ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0x01010025497C88E3116C4BAD536F15FA41CAAC</vt:lpwstr>
  </property>
</Properties>
</file>